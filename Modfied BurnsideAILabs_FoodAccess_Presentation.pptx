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0" r:id="rId3"/>
    <p:sldId id="257" r:id="rId4"/>
    <p:sldId id="258" r:id="rId5"/>
    <p:sldId id="264" r:id="rId6"/>
    <p:sldId id="262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7EB20-CD3E-4B8A-AEE2-4E78597C48FA}" v="10" dt="2026-09-30T20:25:02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ipper" userId="8525803c88c76185" providerId="LiveId" clId="{312EDBE4-2AFB-4DF6-B4B5-923E6B84A91F}"/>
    <pc:docChg chg="undo custSel addSld delSld modSld">
      <pc:chgData name="david ripper" userId="8525803c88c76185" providerId="LiveId" clId="{312EDBE4-2AFB-4DF6-B4B5-923E6B84A91F}" dt="2026-09-30T20:28:52.852" v="1386" actId="1076"/>
      <pc:docMkLst>
        <pc:docMk/>
      </pc:docMkLst>
      <pc:sldChg chg="addSp delSp modSp mod">
        <pc:chgData name="david ripper" userId="8525803c88c76185" providerId="LiveId" clId="{312EDBE4-2AFB-4DF6-B4B5-923E6B84A91F}" dt="2026-09-30T20:07:30.568" v="916" actId="1076"/>
        <pc:sldMkLst>
          <pc:docMk/>
          <pc:sldMk cId="0" sldId="256"/>
        </pc:sldMkLst>
        <pc:spChg chg="mod">
          <ac:chgData name="david ripper" userId="8525803c88c76185" providerId="LiveId" clId="{312EDBE4-2AFB-4DF6-B4B5-923E6B84A91F}" dt="2026-09-30T19:40:12.721" v="44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17:59.200" v="52" actId="14100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38:52.789" v="435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07:30.568" v="91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07:29.983" v="91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31:13.196" v="317" actId="20577"/>
          <ac:spMkLst>
            <pc:docMk/>
            <pc:sldMk cId="0" sldId="256"/>
            <ac:spMk id="10" creationId="{00000000-0000-0000-0000-000000000000}"/>
          </ac:spMkLst>
        </pc:spChg>
        <pc:picChg chg="add del mod">
          <ac:chgData name="david ripper" userId="8525803c88c76185" providerId="LiveId" clId="{312EDBE4-2AFB-4DF6-B4B5-923E6B84A91F}" dt="2026-09-30T19:38:55.869" v="436" actId="478"/>
          <ac:picMkLst>
            <pc:docMk/>
            <pc:sldMk cId="0" sldId="256"/>
            <ac:picMk id="17" creationId="{374190A8-B716-7918-0CF1-63CF2AB3865A}"/>
          </ac:picMkLst>
        </pc:picChg>
        <pc:picChg chg="add mod">
          <ac:chgData name="david ripper" userId="8525803c88c76185" providerId="LiveId" clId="{312EDBE4-2AFB-4DF6-B4B5-923E6B84A91F}" dt="2026-09-30T19:39:56.215" v="438" actId="1076"/>
          <ac:picMkLst>
            <pc:docMk/>
            <pc:sldMk cId="0" sldId="256"/>
            <ac:picMk id="19" creationId="{3C964A44-19CC-72BC-0F0A-C88DA75A2689}"/>
          </ac:picMkLst>
        </pc:picChg>
      </pc:sldChg>
      <pc:sldChg chg="addSp delSp modSp mod">
        <pc:chgData name="david ripper" userId="8525803c88c76185" providerId="LiveId" clId="{312EDBE4-2AFB-4DF6-B4B5-923E6B84A91F}" dt="2026-09-30T19:33:29.200" v="389" actId="1076"/>
        <pc:sldMkLst>
          <pc:docMk/>
          <pc:sldMk cId="0" sldId="257"/>
        </pc:sldMkLst>
        <pc:spChg chg="mod">
          <ac:chgData name="david ripper" userId="8525803c88c76185" providerId="LiveId" clId="{312EDBE4-2AFB-4DF6-B4B5-923E6B84A91F}" dt="2026-09-30T19:21:53.018" v="202" actId="1076"/>
          <ac:spMkLst>
            <pc:docMk/>
            <pc:sldMk cId="0" sldId="257"/>
            <ac:spMk id="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4:43.700" v="14" actId="478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david ripper" userId="8525803c88c76185" providerId="LiveId" clId="{312EDBE4-2AFB-4DF6-B4B5-923E6B84A91F}" dt="2026-09-30T19:17:21.661" v="50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52.209" v="10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50.719" v="9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49.388" v="8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47.696" v="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46.207" v="6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43.925" v="5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13:29.992" v="2" actId="478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13:33.676" v="4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33:03.918" v="381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0:43.458" v="188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0:42.791" v="186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4:08.888" v="225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6:12.113" v="238" actId="107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3:11.810" v="383" actId="47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33:25.647" v="388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3:24.169" v="221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6:25.157" v="239" actId="1076"/>
          <ac:spMkLst>
            <pc:docMk/>
            <pc:sldMk cId="0" sldId="257"/>
            <ac:spMk id="24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3:19.971" v="387" actId="47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33:29.200" v="389" actId="1076"/>
          <ac:spMkLst>
            <pc:docMk/>
            <pc:sldMk cId="0" sldId="257"/>
            <ac:spMk id="26" creationId="{00000000-0000-0000-0000-000000000000}"/>
          </ac:spMkLst>
        </pc:spChg>
        <pc:spChg chg="add del">
          <ac:chgData name="david ripper" userId="8525803c88c76185" providerId="LiveId" clId="{312EDBE4-2AFB-4DF6-B4B5-923E6B84A91F}" dt="2026-09-30T19:33:17.837" v="386" actId="478"/>
          <ac:spMkLst>
            <pc:docMk/>
            <pc:sldMk cId="0" sldId="257"/>
            <ac:spMk id="28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6:30.164" v="240" actId="1076"/>
          <ac:spMkLst>
            <pc:docMk/>
            <pc:sldMk cId="0" sldId="257"/>
            <ac:spMk id="29" creationId="{00000000-0000-0000-0000-000000000000}"/>
          </ac:spMkLst>
        </pc:spChg>
        <pc:spChg chg="add mod">
          <ac:chgData name="david ripper" userId="8525803c88c76185" providerId="LiveId" clId="{312EDBE4-2AFB-4DF6-B4B5-923E6B84A91F}" dt="2026-09-30T19:26:42.660" v="255" actId="20577"/>
          <ac:spMkLst>
            <pc:docMk/>
            <pc:sldMk cId="0" sldId="257"/>
            <ac:spMk id="31" creationId="{BC89D4F3-3E6E-EFB7-5C33-CFA2A24E83C2}"/>
          </ac:spMkLst>
        </pc:spChg>
      </pc:sldChg>
      <pc:sldChg chg="addSp delSp modSp mod">
        <pc:chgData name="david ripper" userId="8525803c88c76185" providerId="LiveId" clId="{312EDBE4-2AFB-4DF6-B4B5-923E6B84A91F}" dt="2026-09-30T20:22:51.347" v="1289" actId="1036"/>
        <pc:sldMkLst>
          <pc:docMk/>
          <pc:sldMk cId="0" sldId="258"/>
        </pc:sldMkLst>
        <pc:spChg chg="mod">
          <ac:chgData name="david ripper" userId="8525803c88c76185" providerId="LiveId" clId="{312EDBE4-2AFB-4DF6-B4B5-923E6B84A91F}" dt="2026-09-30T20:22:36.419" v="1263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6:51.106" v="25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6:48.589" v="256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31.239" v="1261" actId="20577"/>
          <ac:spMkLst>
            <pc:docMk/>
            <pc:sldMk cId="0" sldId="258"/>
            <ac:spMk id="5" creationId="{00000000-0000-0000-0000-000000000000}"/>
          </ac:spMkLst>
        </pc:spChg>
        <pc:spChg chg="add del">
          <ac:chgData name="david ripper" userId="8525803c88c76185" providerId="LiveId" clId="{312EDBE4-2AFB-4DF6-B4B5-923E6B84A91F}" dt="2026-09-30T19:27:04.106" v="260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5:32.774" v="419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5:34.744" v="420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1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5:36.573" v="421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2:51.347" v="1289" actId="1036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52:17.873" v="695" actId="478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52:14.314" v="694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52:19.933" v="696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52:27.542" v="698" actId="478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david ripper" userId="8525803c88c76185" providerId="LiveId" clId="{312EDBE4-2AFB-4DF6-B4B5-923E6B84A91F}" dt="2026-09-30T19:28:03.293" v="272" actId="571"/>
          <ac:spMkLst>
            <pc:docMk/>
            <pc:sldMk cId="0" sldId="258"/>
            <ac:spMk id="29" creationId="{B0FF455C-9BCF-936F-547D-65B6E5FE8020}"/>
          </ac:spMkLst>
        </pc:spChg>
        <pc:spChg chg="add mod">
          <ac:chgData name="david ripper" userId="8525803c88c76185" providerId="LiveId" clId="{312EDBE4-2AFB-4DF6-B4B5-923E6B84A91F}" dt="2026-09-30T19:28:03.293" v="272" actId="571"/>
          <ac:spMkLst>
            <pc:docMk/>
            <pc:sldMk cId="0" sldId="258"/>
            <ac:spMk id="30" creationId="{3581125A-DE50-92B7-111B-60BA7B68C788}"/>
          </ac:spMkLst>
        </pc:spChg>
        <pc:spChg chg="add mod">
          <ac:chgData name="david ripper" userId="8525803c88c76185" providerId="LiveId" clId="{312EDBE4-2AFB-4DF6-B4B5-923E6B84A91F}" dt="2026-09-30T19:28:03.293" v="272" actId="571"/>
          <ac:spMkLst>
            <pc:docMk/>
            <pc:sldMk cId="0" sldId="258"/>
            <ac:spMk id="31" creationId="{13D72CD4-D0B7-3D49-F2F8-11BA5E0F6545}"/>
          </ac:spMkLst>
        </pc:spChg>
      </pc:sldChg>
      <pc:sldChg chg="delSp modSp del mod">
        <pc:chgData name="david ripper" userId="8525803c88c76185" providerId="LiveId" clId="{312EDBE4-2AFB-4DF6-B4B5-923E6B84A91F}" dt="2026-09-30T20:14:35.164" v="1064" actId="2696"/>
        <pc:sldMkLst>
          <pc:docMk/>
          <pc:sldMk cId="0" sldId="259"/>
        </pc:sldMkLst>
        <pc:spChg chg="mod">
          <ac:chgData name="david ripper" userId="8525803c88c76185" providerId="LiveId" clId="{312EDBE4-2AFB-4DF6-B4B5-923E6B84A91F}" dt="2026-09-30T19:51:43.125" v="688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51:48.999" v="690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51:47.731" v="689" actId="478"/>
          <ac:spMkLst>
            <pc:docMk/>
            <pc:sldMk cId="0" sldId="259"/>
            <ac:spMk id="38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52:01.567" v="693" actId="478"/>
          <ac:spMkLst>
            <pc:docMk/>
            <pc:sldMk cId="0" sldId="259"/>
            <ac:spMk id="39" creationId="{00000000-0000-0000-0000-000000000000}"/>
          </ac:spMkLst>
        </pc:spChg>
      </pc:sldChg>
      <pc:sldChg chg="del">
        <pc:chgData name="david ripper" userId="8525803c88c76185" providerId="LiveId" clId="{312EDBE4-2AFB-4DF6-B4B5-923E6B84A91F}" dt="2026-09-30T19:59:56.187" v="798" actId="47"/>
        <pc:sldMkLst>
          <pc:docMk/>
          <pc:sldMk cId="0" sldId="260"/>
        </pc:sldMkLst>
      </pc:sldChg>
      <pc:sldChg chg="delSp del mod">
        <pc:chgData name="david ripper" userId="8525803c88c76185" providerId="LiveId" clId="{312EDBE4-2AFB-4DF6-B4B5-923E6B84A91F}" dt="2026-09-30T20:05:29.295" v="838" actId="47"/>
        <pc:sldMkLst>
          <pc:docMk/>
          <pc:sldMk cId="0" sldId="261"/>
        </pc:sldMkLst>
        <pc:spChg chg="del">
          <ac:chgData name="david ripper" userId="8525803c88c76185" providerId="LiveId" clId="{312EDBE4-2AFB-4DF6-B4B5-923E6B84A91F}" dt="2026-09-30T19:28:40.496" v="283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8:39.450" v="282" actId="478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david ripper" userId="8525803c88c76185" providerId="LiveId" clId="{312EDBE4-2AFB-4DF6-B4B5-923E6B84A91F}" dt="2026-09-30T20:20:04.951" v="1175" actId="255"/>
        <pc:sldMkLst>
          <pc:docMk/>
          <pc:sldMk cId="0" sldId="262"/>
        </pc:sldMkLst>
        <pc:spChg chg="del mod">
          <ac:chgData name="david ripper" userId="8525803c88c76185" providerId="LiveId" clId="{312EDBE4-2AFB-4DF6-B4B5-923E6B84A91F}" dt="2026-09-30T20:02:53.246" v="804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18:07.496" v="1164" actId="20577"/>
          <ac:spMkLst>
            <pc:docMk/>
            <pc:sldMk cId="0" sldId="262"/>
            <ac:spMk id="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2:43.502" v="800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2:42.131" v="799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26.666" v="818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53.154" v="824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37.436" v="821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30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6.306" v="823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42.490" v="822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35.398" v="820" actId="478"/>
          <ac:spMkLst>
            <pc:docMk/>
            <pc:sldMk cId="0" sldId="262"/>
            <ac:spMk id="3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33.586" v="819" actId="478"/>
          <ac:spMkLst>
            <pc:docMk/>
            <pc:sldMk cId="0" sldId="262"/>
            <ac:spMk id="3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2:57.336" v="805" actId="478"/>
          <ac:spMkLst>
            <pc:docMk/>
            <pc:sldMk cId="0" sldId="262"/>
            <ac:spMk id="37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2:51.327" v="803" actId="478"/>
          <ac:spMkLst>
            <pc:docMk/>
            <pc:sldMk cId="0" sldId="262"/>
            <ac:spMk id="38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20:02:59.420" v="807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02.628" v="809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01.253" v="808" actId="478"/>
          <ac:spMkLst>
            <pc:docMk/>
            <pc:sldMk cId="0" sldId="262"/>
            <ac:spMk id="41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20:03:06.606" v="811" actId="478"/>
          <ac:spMkLst>
            <pc:docMk/>
            <pc:sldMk cId="0" sldId="262"/>
            <ac:spMk id="42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08.357" v="812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10.968" v="813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12.670" v="814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17.899" v="815" actId="478"/>
          <ac:spMkLst>
            <pc:docMk/>
            <pc:sldMk cId="0" sldId="262"/>
            <ac:spMk id="48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03:21.833" v="817" actId="478"/>
          <ac:spMkLst>
            <pc:docMk/>
            <pc:sldMk cId="0" sldId="262"/>
            <ac:spMk id="49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03:19.691" v="816" actId="6549"/>
          <ac:spMkLst>
            <pc:docMk/>
            <pc:sldMk cId="0" sldId="262"/>
            <ac:spMk id="50" creationId="{00000000-0000-0000-0000-000000000000}"/>
          </ac:spMkLst>
        </pc:spChg>
        <pc:spChg chg="add mod">
          <ac:chgData name="david ripper" userId="8525803c88c76185" providerId="LiveId" clId="{312EDBE4-2AFB-4DF6-B4B5-923E6B84A91F}" dt="2026-09-30T20:20:04.951" v="1175" actId="255"/>
          <ac:spMkLst>
            <pc:docMk/>
            <pc:sldMk cId="0" sldId="262"/>
            <ac:spMk id="60" creationId="{50FB8D79-81AA-8647-391F-D72881F66235}"/>
          </ac:spMkLst>
        </pc:spChg>
        <pc:picChg chg="add del mod">
          <ac:chgData name="david ripper" userId="8525803c88c76185" providerId="LiveId" clId="{312EDBE4-2AFB-4DF6-B4B5-923E6B84A91F}" dt="2026-09-30T20:04:58.690" v="830" actId="478"/>
          <ac:picMkLst>
            <pc:docMk/>
            <pc:sldMk cId="0" sldId="262"/>
            <ac:picMk id="52" creationId="{FDFED395-A345-8CB4-F65A-7ACEB4F6AA81}"/>
          </ac:picMkLst>
        </pc:picChg>
        <pc:picChg chg="add del mod">
          <ac:chgData name="david ripper" userId="8525803c88c76185" providerId="LiveId" clId="{312EDBE4-2AFB-4DF6-B4B5-923E6B84A91F}" dt="2026-09-30T20:17:59.459" v="1149" actId="478"/>
          <ac:picMkLst>
            <pc:docMk/>
            <pc:sldMk cId="0" sldId="262"/>
            <ac:picMk id="54" creationId="{15574727-3B96-F150-A93E-A07E1B3E55AB}"/>
          </ac:picMkLst>
        </pc:picChg>
        <pc:picChg chg="add del mod">
          <ac:chgData name="david ripper" userId="8525803c88c76185" providerId="LiveId" clId="{312EDBE4-2AFB-4DF6-B4B5-923E6B84A91F}" dt="2026-09-30T20:17:56.064" v="1148" actId="478"/>
          <ac:picMkLst>
            <pc:docMk/>
            <pc:sldMk cId="0" sldId="262"/>
            <ac:picMk id="56" creationId="{168BC51D-1F54-63B6-A4C5-942DE4437E94}"/>
          </ac:picMkLst>
        </pc:picChg>
        <pc:picChg chg="add mod">
          <ac:chgData name="david ripper" userId="8525803c88c76185" providerId="LiveId" clId="{312EDBE4-2AFB-4DF6-B4B5-923E6B84A91F}" dt="2026-09-30T20:19:07.562" v="1167" actId="1076"/>
          <ac:picMkLst>
            <pc:docMk/>
            <pc:sldMk cId="0" sldId="262"/>
            <ac:picMk id="58" creationId="{12353F19-6D9F-107B-E911-D6D8ADAD4A76}"/>
          </ac:picMkLst>
        </pc:picChg>
      </pc:sldChg>
      <pc:sldChg chg="addSp delSp modSp del mod">
        <pc:chgData name="david ripper" userId="8525803c88c76185" providerId="LiveId" clId="{312EDBE4-2AFB-4DF6-B4B5-923E6B84A91F}" dt="2026-09-30T20:24:54.314" v="1290" actId="47"/>
        <pc:sldMkLst>
          <pc:docMk/>
          <pc:sldMk cId="0" sldId="263"/>
        </pc:sldMkLst>
        <pc:spChg chg="add del">
          <ac:chgData name="david ripper" userId="8525803c88c76185" providerId="LiveId" clId="{312EDBE4-2AFB-4DF6-B4B5-923E6B84A91F}" dt="2026-09-30T19:45:55.857" v="479" actId="478"/>
          <ac:spMkLst>
            <pc:docMk/>
            <pc:sldMk cId="0" sldId="263"/>
            <ac:spMk id="7" creationId="{00000000-0000-0000-0000-000000000000}"/>
          </ac:spMkLst>
        </pc:spChg>
        <pc:spChg chg="add del mod">
          <ac:chgData name="david ripper" userId="8525803c88c76185" providerId="LiveId" clId="{312EDBE4-2AFB-4DF6-B4B5-923E6B84A91F}" dt="2026-09-30T20:10:42.454" v="1003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11:06.655" v="1039" actId="20577"/>
          <ac:spMkLst>
            <pc:docMk/>
            <pc:sldMk cId="0" sldId="263"/>
            <ac:spMk id="1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5:06.478" v="472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5:04.095" v="471" actId="478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45:26.975" v="477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45:26.606" v="476" actId="1076"/>
          <ac:spMkLst>
            <pc:docMk/>
            <pc:sldMk cId="0" sldId="263"/>
            <ac:spMk id="24" creationId="{00000000-0000-0000-0000-000000000000}"/>
          </ac:spMkLst>
        </pc:spChg>
        <pc:spChg chg="add del mod">
          <ac:chgData name="david ripper" userId="8525803c88c76185" providerId="LiveId" clId="{312EDBE4-2AFB-4DF6-B4B5-923E6B84A91F}" dt="2026-09-30T20:10:27.639" v="988" actId="20577"/>
          <ac:spMkLst>
            <pc:docMk/>
            <pc:sldMk cId="0" sldId="263"/>
            <ac:spMk id="25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4:37.078" v="459" actId="478"/>
          <ac:spMkLst>
            <pc:docMk/>
            <pc:sldMk cId="0" sldId="263"/>
            <ac:spMk id="28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4:39.557" v="460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4:49.975" v="466" actId="478"/>
          <ac:spMkLst>
            <pc:docMk/>
            <pc:sldMk cId="0" sldId="263"/>
            <ac:spMk id="30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44:48.482" v="465" actId="478"/>
          <ac:spMkLst>
            <pc:docMk/>
            <pc:sldMk cId="0" sldId="263"/>
            <ac:spMk id="31" creationId="{00000000-0000-0000-0000-000000000000}"/>
          </ac:spMkLst>
        </pc:spChg>
        <pc:spChg chg="del mod">
          <ac:chgData name="david ripper" userId="8525803c88c76185" providerId="LiveId" clId="{312EDBE4-2AFB-4DF6-B4B5-923E6B84A91F}" dt="2026-09-30T19:44:54.191" v="468" actId="478"/>
          <ac:spMkLst>
            <pc:docMk/>
            <pc:sldMk cId="0" sldId="263"/>
            <ac:spMk id="32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44:57.780" v="469" actId="478"/>
          <ac:spMkLst>
            <pc:docMk/>
            <pc:sldMk cId="0" sldId="263"/>
            <ac:spMk id="33" creationId="{00000000-0000-0000-0000-000000000000}"/>
          </ac:spMkLst>
        </pc:spChg>
        <pc:cxnChg chg="del">
          <ac:chgData name="david ripper" userId="8525803c88c76185" providerId="LiveId" clId="{312EDBE4-2AFB-4DF6-B4B5-923E6B84A91F}" dt="2026-09-30T19:44:59.771" v="470" actId="478"/>
          <ac:cxnSpMkLst>
            <pc:docMk/>
            <pc:sldMk cId="0" sldId="263"/>
            <ac:cxnSpMk id="27" creationId="{00000000-0000-0000-0000-000000000000}"/>
          </ac:cxnSpMkLst>
        </pc:cxnChg>
      </pc:sldChg>
      <pc:sldChg chg="delSp modSp mod">
        <pc:chgData name="david ripper" userId="8525803c88c76185" providerId="LiveId" clId="{312EDBE4-2AFB-4DF6-B4B5-923E6B84A91F}" dt="2026-09-30T20:26:09.739" v="1347" actId="20577"/>
        <pc:sldMkLst>
          <pc:docMk/>
          <pc:sldMk cId="0" sldId="264"/>
        </pc:sldMkLst>
        <pc:spChg chg="mod">
          <ac:chgData name="david ripper" userId="8525803c88c76185" providerId="LiveId" clId="{312EDBE4-2AFB-4DF6-B4B5-923E6B84A91F}" dt="2026-09-30T20:25:52.124" v="1342" actId="20577"/>
          <ac:spMkLst>
            <pc:docMk/>
            <pc:sldMk cId="0" sldId="264"/>
            <ac:spMk id="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6:01.936" v="1343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31.690" v="288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39.193" v="289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42.232" v="290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45.148" v="291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47.482" v="292" actId="478"/>
          <ac:spMkLst>
            <pc:docMk/>
            <pc:sldMk cId="0" sldId="264"/>
            <ac:spMk id="31" creationId="{00000000-0000-0000-0000-000000000000}"/>
          </ac:spMkLst>
        </pc:spChg>
        <pc:spChg chg="mod">
          <ac:chgData name="david ripper" userId="8525803c88c76185" providerId="LiveId" clId="{312EDBE4-2AFB-4DF6-B4B5-923E6B84A91F}" dt="2026-09-30T20:26:09.739" v="1347" actId="20577"/>
          <ac:spMkLst>
            <pc:docMk/>
            <pc:sldMk cId="0" sldId="264"/>
            <ac:spMk id="36" creationId="{00000000-0000-0000-0000-000000000000}"/>
          </ac:spMkLst>
        </pc:spChg>
      </pc:sldChg>
      <pc:sldChg chg="modSp del mod">
        <pc:chgData name="david ripper" userId="8525803c88c76185" providerId="LiveId" clId="{312EDBE4-2AFB-4DF6-B4B5-923E6B84A91F}" dt="2026-09-30T20:26:51.963" v="1348" actId="47"/>
        <pc:sldMkLst>
          <pc:docMk/>
          <pc:sldMk cId="0" sldId="265"/>
        </pc:sldMkLst>
        <pc:spChg chg="mod">
          <ac:chgData name="david ripper" userId="8525803c88c76185" providerId="LiveId" clId="{312EDBE4-2AFB-4DF6-B4B5-923E6B84A91F}" dt="2026-09-30T20:16:34.869" v="1144" actId="20577"/>
          <ac:spMkLst>
            <pc:docMk/>
            <pc:sldMk cId="0" sldId="265"/>
            <ac:spMk id="29" creationId="{00000000-0000-0000-0000-000000000000}"/>
          </ac:spMkLst>
        </pc:spChg>
      </pc:sldChg>
      <pc:sldChg chg="delSp del mod">
        <pc:chgData name="david ripper" userId="8525803c88c76185" providerId="LiveId" clId="{312EDBE4-2AFB-4DF6-B4B5-923E6B84A91F}" dt="2026-09-30T19:30:14.964" v="296" actId="47"/>
        <pc:sldMkLst>
          <pc:docMk/>
          <pc:sldMk cId="0" sldId="266"/>
        </pc:sldMkLst>
        <pc:spChg chg="del">
          <ac:chgData name="david ripper" userId="8525803c88c76185" providerId="LiveId" clId="{312EDBE4-2AFB-4DF6-B4B5-923E6B84A91F}" dt="2026-09-30T19:29:57.170" v="293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29:59.938" v="294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david ripper" userId="8525803c88c76185" providerId="LiveId" clId="{312EDBE4-2AFB-4DF6-B4B5-923E6B84A91F}" dt="2026-09-30T19:30:08.141" v="295" actId="478"/>
          <ac:spMkLst>
            <pc:docMk/>
            <pc:sldMk cId="0" sldId="266"/>
            <ac:spMk id="15" creationId="{00000000-0000-0000-0000-000000000000}"/>
          </ac:spMkLst>
        </pc:spChg>
      </pc:sldChg>
      <pc:sldChg chg="addSp delSp modSp mod">
        <pc:chgData name="david ripper" userId="8525803c88c76185" providerId="LiveId" clId="{312EDBE4-2AFB-4DF6-B4B5-923E6B84A91F}" dt="2026-09-30T20:28:52.852" v="1386" actId="1076"/>
        <pc:sldMkLst>
          <pc:docMk/>
          <pc:sldMk cId="0" sldId="268"/>
        </pc:sldMkLst>
        <pc:spChg chg="del mod">
          <ac:chgData name="david ripper" userId="8525803c88c76185" providerId="LiveId" clId="{312EDBE4-2AFB-4DF6-B4B5-923E6B84A91F}" dt="2026-09-30T20:27:23.055" v="1364"/>
          <ac:spMkLst>
            <pc:docMk/>
            <pc:sldMk cId="0" sldId="268"/>
            <ac:spMk id="5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42.116" v="1367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2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6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david ripper" userId="8525803c88c76185" providerId="LiveId" clId="{312EDBE4-2AFB-4DF6-B4B5-923E6B84A91F}" dt="2026-09-30T20:27:13.879" v="1349" actId="478"/>
          <ac:spMkLst>
            <pc:docMk/>
            <pc:sldMk cId="0" sldId="268"/>
            <ac:spMk id="20" creationId="{00000000-0000-0000-0000-000000000000}"/>
          </ac:spMkLst>
        </pc:spChg>
        <pc:spChg chg="add mod">
          <ac:chgData name="david ripper" userId="8525803c88c76185" providerId="LiveId" clId="{312EDBE4-2AFB-4DF6-B4B5-923E6B84A91F}" dt="2026-09-30T20:28:52.852" v="1386" actId="1076"/>
          <ac:spMkLst>
            <pc:docMk/>
            <pc:sldMk cId="0" sldId="268"/>
            <ac:spMk id="24" creationId="{522D1E10-94CC-C3BF-594E-D65DAEDFD3D0}"/>
          </ac:spMkLst>
        </pc:spChg>
        <pc:picChg chg="add mod">
          <ac:chgData name="david ripper" userId="8525803c88c76185" providerId="LiveId" clId="{312EDBE4-2AFB-4DF6-B4B5-923E6B84A91F}" dt="2026-09-30T20:28:30.659" v="1382" actId="1076"/>
          <ac:picMkLst>
            <pc:docMk/>
            <pc:sldMk cId="0" sldId="268"/>
            <ac:picMk id="22" creationId="{52FF95D2-0C9A-8886-4691-955D32E890E1}"/>
          </ac:picMkLst>
        </pc:picChg>
      </pc:sldChg>
      <pc:sldChg chg="del">
        <pc:chgData name="david ripper" userId="8525803c88c76185" providerId="LiveId" clId="{312EDBE4-2AFB-4DF6-B4B5-923E6B84A91F}" dt="2026-09-30T20:15:41.859" v="1065" actId="2696"/>
        <pc:sldMkLst>
          <pc:docMk/>
          <pc:sldMk cId="0" sldId="269"/>
        </pc:sldMkLst>
      </pc:sldChg>
      <pc:sldChg chg="delSp modSp del mod">
        <pc:chgData name="david ripper" userId="8525803c88c76185" providerId="LiveId" clId="{312EDBE4-2AFB-4DF6-B4B5-923E6B84A91F}" dt="2026-09-30T19:29:23.839" v="287" actId="47"/>
        <pc:sldMkLst>
          <pc:docMk/>
          <pc:sldMk cId="0" sldId="270"/>
        </pc:sldMkLst>
        <pc:spChg chg="del mod">
          <ac:chgData name="david ripper" userId="8525803c88c76185" providerId="LiveId" clId="{312EDBE4-2AFB-4DF6-B4B5-923E6B84A91F}" dt="2026-09-30T19:29:00.306" v="285" actId="478"/>
          <ac:spMkLst>
            <pc:docMk/>
            <pc:sldMk cId="0" sldId="270"/>
            <ac:spMk id="10" creationId="{00000000-0000-0000-0000-000000000000}"/>
          </ac:spMkLst>
        </pc:spChg>
        <pc:spChg chg="mod">
          <ac:chgData name="david ripper" userId="8525803c88c76185" providerId="LiveId" clId="{312EDBE4-2AFB-4DF6-B4B5-923E6B84A91F}" dt="2026-09-30T19:29:16.236" v="286" actId="20577"/>
          <ac:spMkLst>
            <pc:docMk/>
            <pc:sldMk cId="0" sldId="270"/>
            <ac:spMk id="12" creationId="{00000000-0000-0000-0000-000000000000}"/>
          </ac:spMkLst>
        </pc:spChg>
      </pc:sldChg>
      <pc:sldChg chg="addSp delSp modSp add mod">
        <pc:chgData name="david ripper" userId="8525803c88c76185" providerId="LiveId" clId="{312EDBE4-2AFB-4DF6-B4B5-923E6B84A91F}" dt="2026-09-30T20:21:36.414" v="1242" actId="20577"/>
        <pc:sldMkLst>
          <pc:docMk/>
          <pc:sldMk cId="2238129514" sldId="270"/>
        </pc:sldMkLst>
        <pc:spChg chg="mod">
          <ac:chgData name="david ripper" userId="8525803c88c76185" providerId="LiveId" clId="{312EDBE4-2AFB-4DF6-B4B5-923E6B84A91F}" dt="2026-09-30T19:48:43.795" v="489" actId="1076"/>
          <ac:spMkLst>
            <pc:docMk/>
            <pc:sldMk cId="2238129514" sldId="270"/>
            <ac:spMk id="2" creationId="{56AD8DF2-9A9E-2306-0CA6-9024656DC654}"/>
          </ac:spMkLst>
        </pc:spChg>
        <pc:spChg chg="del mod">
          <ac:chgData name="david ripper" userId="8525803c88c76185" providerId="LiveId" clId="{312EDBE4-2AFB-4DF6-B4B5-923E6B84A91F}" dt="2026-09-30T19:41:25.609" v="449" actId="478"/>
          <ac:spMkLst>
            <pc:docMk/>
            <pc:sldMk cId="2238129514" sldId="270"/>
            <ac:spMk id="8" creationId="{E254BCEC-D1C1-6E6E-DD7C-F32E0BD2F7BA}"/>
          </ac:spMkLst>
        </pc:spChg>
        <pc:spChg chg="del mod">
          <ac:chgData name="david ripper" userId="8525803c88c76185" providerId="LiveId" clId="{312EDBE4-2AFB-4DF6-B4B5-923E6B84A91F}" dt="2026-09-30T19:41:25.613" v="451"/>
          <ac:spMkLst>
            <pc:docMk/>
            <pc:sldMk cId="2238129514" sldId="270"/>
            <ac:spMk id="9" creationId="{C95F0FCD-AEA3-F514-93FE-12E2E08B1343}"/>
          </ac:spMkLst>
        </pc:spChg>
        <pc:spChg chg="mod">
          <ac:chgData name="david ripper" userId="8525803c88c76185" providerId="LiveId" clId="{312EDBE4-2AFB-4DF6-B4B5-923E6B84A91F}" dt="2026-09-30T19:42:18.113" v="456" actId="1076"/>
          <ac:spMkLst>
            <pc:docMk/>
            <pc:sldMk cId="2238129514" sldId="270"/>
            <ac:spMk id="10" creationId="{CF70F1E3-E0C1-331B-6FFC-9F15FDB7697D}"/>
          </ac:spMkLst>
        </pc:spChg>
        <pc:spChg chg="add del mod">
          <ac:chgData name="david ripper" userId="8525803c88c76185" providerId="LiveId" clId="{312EDBE4-2AFB-4DF6-B4B5-923E6B84A91F}" dt="2026-09-30T19:44:32.244" v="458"/>
          <ac:spMkLst>
            <pc:docMk/>
            <pc:sldMk cId="2238129514" sldId="270"/>
            <ac:spMk id="11" creationId="{6A669EA0-C428-4B27-67F3-C19F51FB502B}"/>
          </ac:spMkLst>
        </pc:spChg>
        <pc:spChg chg="add mod">
          <ac:chgData name="david ripper" userId="8525803c88c76185" providerId="LiveId" clId="{312EDBE4-2AFB-4DF6-B4B5-923E6B84A91F}" dt="2026-09-30T20:21:36.414" v="1242" actId="20577"/>
          <ac:spMkLst>
            <pc:docMk/>
            <pc:sldMk cId="2238129514" sldId="270"/>
            <ac:spMk id="13" creationId="{994BACBE-26C0-092F-63C8-371DEE5CB669}"/>
          </ac:spMkLst>
        </pc:spChg>
      </pc:sldChg>
      <pc:sldChg chg="addSp delSp add mod">
        <pc:chgData name="david ripper" userId="8525803c88c76185" providerId="LiveId" clId="{312EDBE4-2AFB-4DF6-B4B5-923E6B84A91F}" dt="2026-09-30T20:17:52.777" v="1147" actId="478"/>
        <pc:sldMkLst>
          <pc:docMk/>
          <pc:sldMk cId="2820248048" sldId="271"/>
        </pc:sldMkLst>
        <pc:picChg chg="add del">
          <ac:chgData name="david ripper" userId="8525803c88c76185" providerId="LiveId" clId="{312EDBE4-2AFB-4DF6-B4B5-923E6B84A91F}" dt="2026-09-30T20:17:52.777" v="1147" actId="478"/>
          <ac:picMkLst>
            <pc:docMk/>
            <pc:sldMk cId="2820248048" sldId="271"/>
            <ac:picMk id="56" creationId="{44A29CE7-84D0-8685-85EA-DC5CCD0BFD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96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[10s] We're Burnside AI Labs — David Ripper, Avidant Allen, Rohan Vibhuti. Fresh Route: ask naturally, get there reliably. A conversational finder matching Hartford residents to food they can realistically reach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B8764-21BA-1D73-0F05-AE113BF9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1A2EE-7195-C2CD-DF76-2AD578F5FB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1509B-89F7-6FCC-E184-0D49BF736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[10s] We're Burnside AI Labs — David Ripper, Avidant Allen, Rohan Vibhuti. Fresh Route: ask naturally, get there reliably. A conversational finder matching Hartford residents to food they can realistically reach today.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3C7E0-C94D-20D4-AD92-68C5944F6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764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[40s] Meet Maria — 34, two kids, no car, 2nd shift in Hartford. It’s 3 PM; she needs food today. 13.7% of U.S. households were food insecure in 2024, a ten-year high (USDA ERS, Dec 2025). In CT, 1 in 7 residents — 516,000+ — face hunger (Connecticut Foodshare, 2025). And 14.5% of U.S. households are low-income, 1/2+ mile from a supermarket, with no vehicle (USDA Atlas, 2019). Her gap isn’t information — it’s reachability.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[35s] Three sources. USDA's Food Access Research Atlas maps low-access tracts. Connecticut Foodshare — 480+ partners — publishes pantry and mobile-site schedules. CTtransit's public GTFS feed gives real bus routing. The insight: hours are the number-one failure point. Directories list places, not whether they're open when you can get there. Mobile Foodshare sites run 30-to-45-minute windows every other week. Our stale-directory figure is a team field estimate — placeholder until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[15s] Foodshare, 211 CT, and the USDA SNAP retailer CSV feed normalization, where the LLM reconciles messy hours into our schema. Sites go into a spatial index joined with CTtransit GTFS. Today that’s a hand-curated 30-site dataset running client-side — nothing that can fail on stage. Next: an hourly refresh job and a 211/Foodshare partnership for live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[25s] One tap: the actual way there. Walk 3 minutes to the Park Street stop, ride the CTtransit 33 eight minutes to Parkville, walk 3 more — 14 minutes total, with tap-to-call. Distances are illustrative mockups; routing uses real CTtransit GTFS and OpenStreetMap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>
                <a:latin typeface="Liberation Sans"/>
              </a:rPr>
              <a:t>[10s] Fresh Route, by Burnside AI Labs — David Ripper on research, story, and QA; Avidant Allen on data and scoring; Rohan Vibhuti on build and demo. Demo and repo links are being shared live.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ta.avant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mailto:rohanvibhuti6@gmail.com" TargetMode="External"/><Relationship Id="rId4" Type="http://schemas.openxmlformats.org/officeDocument/2006/relationships/hyperlink" Target="mailto:DavidARipper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ehta.avant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mailto:rohanvibhuti6@gmail.com" TargetMode="External"/><Relationship Id="rId4" Type="http://schemas.openxmlformats.org/officeDocument/2006/relationships/hyperlink" Target="mailto:DavidARipper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88242" y="57386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58842"/>
            <a:ext cx="32918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Liberation Sans"/>
              </a:rPr>
              <a:t>HACK FOR HUMANITY  ·  CHALLENGE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952" y="3102501"/>
            <a:ext cx="10515600" cy="13388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A quick select interface with chat box for natural language input </a:t>
            </a:r>
            <a:r>
              <a:rPr sz="1900" b="0" dirty="0">
                <a:solidFill>
                  <a:srgbClr val="6E645B"/>
                </a:solidFill>
                <a:latin typeface="Liberation Sans"/>
              </a:rPr>
              <a:t>for </a:t>
            </a:r>
            <a:r>
              <a:rPr sz="1900" b="0">
                <a:solidFill>
                  <a:srgbClr val="6E645B"/>
                </a:solidFill>
                <a:latin typeface="Liberation Sans"/>
              </a:rPr>
              <a:t>Greater Hartford</a:t>
            </a:r>
            <a:r>
              <a:rPr lang="en-US" sz="1900" b="0">
                <a:solidFill>
                  <a:srgbClr val="6E645B"/>
                </a:solidFill>
                <a:latin typeface="Liberation Sans"/>
              </a:rPr>
              <a:t> region</a:t>
            </a:r>
            <a:r>
              <a:rPr sz="1900" b="0">
                <a:solidFill>
                  <a:srgbClr val="6E645B"/>
                </a:solidFill>
                <a:latin typeface="Liberation Sans"/>
              </a:rPr>
              <a:t>: </a:t>
            </a:r>
            <a:endParaRPr lang="en-US" sz="1900" b="0" dirty="0">
              <a:solidFill>
                <a:srgbClr val="6E645B"/>
              </a:solidFill>
              <a:latin typeface="Liberation San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	</a:t>
            </a:r>
            <a:r>
              <a:rPr lang="en-US" sz="1900" dirty="0">
                <a:solidFill>
                  <a:srgbClr val="6E645B"/>
                </a:solidFill>
                <a:latin typeface="Liberation Sans"/>
              </a:rPr>
              <a:t>P</a:t>
            </a:r>
            <a:r>
              <a:rPr sz="1900" b="0" dirty="0">
                <a:solidFill>
                  <a:srgbClr val="6E645B"/>
                </a:solidFill>
                <a:latin typeface="Liberation Sans"/>
              </a:rPr>
              <a:t>antry, </a:t>
            </a: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M</a:t>
            </a:r>
            <a:r>
              <a:rPr sz="1900" b="0" dirty="0">
                <a:solidFill>
                  <a:srgbClr val="6E645B"/>
                </a:solidFill>
                <a:latin typeface="Liberation Sans"/>
              </a:rPr>
              <a:t>obile market, or SNAP grocer</a:t>
            </a: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1900" dirty="0">
              <a:solidFill>
                <a:srgbClr val="6E645B"/>
              </a:solidFill>
              <a:latin typeface="Liberation San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900" dirty="0">
                <a:solidFill>
                  <a:srgbClr val="6E645B"/>
                </a:solidFill>
                <a:latin typeface="Liberation Sans"/>
              </a:rPr>
              <a:t>	Returns </a:t>
            </a:r>
            <a:r>
              <a:rPr lang="en-US" sz="1900" b="0" dirty="0">
                <a:solidFill>
                  <a:srgbClr val="6E645B"/>
                </a:solidFill>
                <a:latin typeface="Liberation Sans"/>
              </a:rPr>
              <a:t>distance and </a:t>
            </a:r>
            <a:r>
              <a:rPr sz="1900" b="0" dirty="0">
                <a:solidFill>
                  <a:srgbClr val="6E645B"/>
                </a:solidFill>
                <a:latin typeface="Liberation Sans"/>
              </a:rPr>
              <a:t>today's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927" y="5181520"/>
            <a:ext cx="2180942" cy="1066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</a:rPr>
              <a:t>Av</a:t>
            </a: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ant Mehta</a:t>
            </a:r>
          </a:p>
          <a:p>
            <a:pPr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David Ripper </a:t>
            </a:r>
          </a:p>
          <a:p>
            <a:pPr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</a:rPr>
              <a:t>Rohan Vibhuti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78E196-BE5F-7FED-0FC0-69E174601299}"/>
              </a:ext>
            </a:extLst>
          </p:cNvPr>
          <p:cNvSpPr txBox="1"/>
          <p:nvPr/>
        </p:nvSpPr>
        <p:spPr>
          <a:xfrm>
            <a:off x="3159546" y="5196913"/>
            <a:ext cx="3876797" cy="1336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mehta.avant@gmail.com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DavidARipper@gmail.com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rohanvibhuti6@gmail.com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2000" b="1" dirty="0">
              <a:solidFill>
                <a:srgbClr val="FFFFFF"/>
              </a:solidFill>
              <a:latin typeface="Liberation Sa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964A44-19CC-72BC-0F0A-C88DA75A2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841" y="559028"/>
            <a:ext cx="2905530" cy="2057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E98B-147B-ADDF-AAE5-BE26E85D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AD8DF2-9A9E-2306-0CA6-9024656DC654}"/>
              </a:ext>
            </a:extLst>
          </p:cNvPr>
          <p:cNvSpPr/>
          <p:nvPr/>
        </p:nvSpPr>
        <p:spPr>
          <a:xfrm>
            <a:off x="-60309" y="-16635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7F9EB-AB5B-13C2-0781-047FAA335023}"/>
              </a:ext>
            </a:extLst>
          </p:cNvPr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ECC58-8459-42A9-D041-FC4760B68BB5}"/>
              </a:ext>
            </a:extLst>
          </p:cNvPr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993208-D63D-34BC-65A6-902E37F5776E}"/>
              </a:ext>
            </a:extLst>
          </p:cNvPr>
          <p:cNvSpPr/>
          <p:nvPr/>
        </p:nvSpPr>
        <p:spPr>
          <a:xfrm>
            <a:off x="640080" y="5029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2C148-E8F2-8417-6B6B-0C477F69350E}"/>
              </a:ext>
            </a:extLst>
          </p:cNvPr>
          <p:cNvSpPr txBox="1"/>
          <p:nvPr/>
        </p:nvSpPr>
        <p:spPr>
          <a:xfrm>
            <a:off x="640080" y="558842"/>
            <a:ext cx="32918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Liberation Sans"/>
              </a:rPr>
              <a:t>HACK FOR HUMANITY  ·  CHALLENGE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0F1E3-E0C1-331B-6FFC-9F15FDB7697D}"/>
              </a:ext>
            </a:extLst>
          </p:cNvPr>
          <p:cNvSpPr txBox="1"/>
          <p:nvPr/>
        </p:nvSpPr>
        <p:spPr>
          <a:xfrm>
            <a:off x="740927" y="5181520"/>
            <a:ext cx="2180942" cy="1066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</a:rPr>
              <a:t>Av</a:t>
            </a: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ant Mehta</a:t>
            </a:r>
          </a:p>
          <a:p>
            <a:pPr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  <a:latin typeface="Liberation Sans"/>
              </a:rPr>
              <a:t>David Ripper </a:t>
            </a:r>
          </a:p>
          <a:p>
            <a:pPr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</a:rPr>
              <a:t>Rohan Vibhuti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A2080-FF24-9023-0CFE-2C6236B17B12}"/>
              </a:ext>
            </a:extLst>
          </p:cNvPr>
          <p:cNvSpPr txBox="1"/>
          <p:nvPr/>
        </p:nvSpPr>
        <p:spPr>
          <a:xfrm>
            <a:off x="3159546" y="5196913"/>
            <a:ext cx="3876797" cy="13362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mehta.avant@gmail.com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DavidARipper@gmail.com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rohanvibhuti6@gmail.com</a:t>
            </a:r>
            <a:endParaRPr lang="en-US" sz="1050" b="1" dirty="0">
              <a:solidFill>
                <a:srgbClr val="FFFFFF"/>
              </a:solidFill>
              <a:latin typeface="Liberation Sans"/>
            </a:endParaRPr>
          </a:p>
          <a:p>
            <a:pPr>
              <a:spcAft>
                <a:spcPts val="200"/>
              </a:spcAft>
            </a:pPr>
            <a:endParaRPr lang="en-US" sz="2000" b="1" dirty="0">
              <a:solidFill>
                <a:srgbClr val="FFFFFF"/>
              </a:solidFill>
              <a:latin typeface="Liberation San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702010-4B7C-7F9B-BA79-91B37B086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841" y="559028"/>
            <a:ext cx="2905530" cy="20576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94BACBE-26C0-092F-63C8-371DEE5CB669}"/>
              </a:ext>
            </a:extLst>
          </p:cNvPr>
          <p:cNvSpPr txBox="1"/>
          <p:nvPr/>
        </p:nvSpPr>
        <p:spPr>
          <a:xfrm>
            <a:off x="740927" y="2667455"/>
            <a:ext cx="10515600" cy="28777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1" dirty="0"/>
              <a:t>Avant Mehta – UX Designer:</a:t>
            </a:r>
            <a:r>
              <a:rPr lang="en-US" dirty="0"/>
              <a:t> </a:t>
            </a:r>
          </a:p>
          <a:p>
            <a:r>
              <a:rPr lang="en-US" dirty="0"/>
              <a:t>	 Turned the concept into a working app: quick select input, map view, and directions. </a:t>
            </a:r>
          </a:p>
          <a:p>
            <a:endParaRPr lang="en-US" dirty="0"/>
          </a:p>
          <a:p>
            <a:r>
              <a:rPr lang="en-US" b="1" dirty="0"/>
              <a:t>David Ripper - Product Manager:</a:t>
            </a:r>
            <a:r>
              <a:rPr lang="en-US" dirty="0"/>
              <a:t> </a:t>
            </a:r>
          </a:p>
          <a:p>
            <a:r>
              <a:rPr lang="en-US" dirty="0"/>
              <a:t>	Researched the food-access gap, defined the user story</a:t>
            </a:r>
          </a:p>
          <a:p>
            <a:endParaRPr lang="en-US" dirty="0"/>
          </a:p>
          <a:p>
            <a:r>
              <a:rPr lang="en-US" b="1" dirty="0"/>
              <a:t>Rohan Vibhuti	 - Backend Engineer: </a:t>
            </a:r>
          </a:p>
          <a:p>
            <a:r>
              <a:rPr lang="en-US" dirty="0"/>
              <a:t>	Curated the Hartford food-site dataset, backend dev</a:t>
            </a:r>
          </a:p>
          <a:p>
            <a:endParaRPr lang="en-US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900" b="0" dirty="0">
              <a:solidFill>
                <a:srgbClr val="6E645B"/>
              </a:solidFill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23812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54864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2215533" y="1783080"/>
            <a:ext cx="7132320" cy="1371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4133" y="1892807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A85A38"/>
                </a:solidFill>
                <a:latin typeface="DejaVu Serif"/>
              </a:rPr>
              <a:t>13.7%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0559" y="2095536"/>
            <a:ext cx="4846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2E2A26"/>
                </a:solidFill>
                <a:latin typeface="Liberation Sans"/>
              </a:rPr>
              <a:t>of U.S. households were food insecure in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005" y="2535026"/>
            <a:ext cx="6720840" cy="548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dirty="0">
                <a:latin typeface="Liberation Sans"/>
              </a:rPr>
              <a:t>Source: USDA Economic Research Service</a:t>
            </a:r>
            <a:endParaRPr lang="en-US" sz="1400" dirty="0">
              <a:latin typeface="Liberation Sans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dirty="0">
                <a:latin typeface="Liberation Sans"/>
              </a:rPr>
              <a:t>Household Food Security in the United States in 2024 (Dec 2025)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5533" y="3229680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2444133" y="3374136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A85A38"/>
                </a:solidFill>
                <a:latin typeface="DejaVu Serif"/>
              </a:rPr>
              <a:t>1 in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8653" y="3405459"/>
            <a:ext cx="4846320" cy="548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2E2A26"/>
                </a:solidFill>
                <a:latin typeface="Liberation Sans"/>
              </a:rPr>
              <a:t>Connecticut residents face hunge</a:t>
            </a:r>
            <a:r>
              <a:rPr lang="en-US" sz="1400" b="0" dirty="0">
                <a:solidFill>
                  <a:srgbClr val="2E2A26"/>
                </a:solidFill>
                <a:latin typeface="Liberation Sans"/>
              </a:rPr>
              <a:t>r daily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2E2A26"/>
                </a:solidFill>
                <a:latin typeface="Liberation Sans"/>
              </a:rPr>
              <a:t>1 in 6 are children.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22604" y="4217243"/>
            <a:ext cx="661480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latin typeface="Liberation Sans"/>
              </a:rPr>
              <a:t>Source: Connecticut Foodshare, via Hartford Foundation (2025)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5533" y="4697681"/>
            <a:ext cx="71323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44133" y="4855464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A85A38"/>
                </a:solidFill>
                <a:latin typeface="DejaVu Serif"/>
              </a:rPr>
              <a:t>14.5%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8653" y="4855464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2A26"/>
                </a:solidFill>
                <a:latin typeface="Liberation Sans"/>
              </a:rPr>
              <a:t>of U.S. households: low-income, &gt;½ mile from a supermarket, no vehicle.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2604" y="5602752"/>
            <a:ext cx="4846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6E645B"/>
                </a:solidFill>
                <a:latin typeface="Liberation Sans"/>
              </a:rPr>
              <a:t>Source: USDA Food Access Research Atlas, 2019 update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89D4F3-3E6E-EFB7-5C33-CFA2A24E83C2}"/>
              </a:ext>
            </a:extLst>
          </p:cNvPr>
          <p:cNvSpPr txBox="1"/>
          <p:nvPr/>
        </p:nvSpPr>
        <p:spPr>
          <a:xfrm>
            <a:off x="3350563" y="525051"/>
            <a:ext cx="1106424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Today’s reality for too many</a:t>
            </a:r>
            <a:endParaRPr sz="3400" b="1" dirty="0">
              <a:solidFill>
                <a:srgbClr val="2E2A26"/>
              </a:solidFill>
              <a:latin typeface="DejaVu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2262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Store h</a:t>
            </a:r>
            <a:r>
              <a:rPr sz="3400" b="1" dirty="0">
                <a:solidFill>
                  <a:srgbClr val="2E2A26"/>
                </a:solidFill>
                <a:latin typeface="DejaVu Serif"/>
              </a:rPr>
              <a:t>ours </a:t>
            </a: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and travel time </a:t>
            </a:r>
            <a:r>
              <a:rPr sz="3400" b="1" dirty="0">
                <a:solidFill>
                  <a:srgbClr val="2E2A26"/>
                </a:solidFill>
                <a:latin typeface="DejaVu Serif"/>
              </a:rPr>
              <a:t>are the</a:t>
            </a: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 primary </a:t>
            </a:r>
            <a:r>
              <a:rPr sz="3400" b="1" dirty="0">
                <a:solidFill>
                  <a:srgbClr val="2E2A26"/>
                </a:solidFill>
                <a:latin typeface="DejaVu Serif"/>
              </a:rPr>
              <a:t>failure point</a:t>
            </a: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s</a:t>
            </a:r>
            <a:r>
              <a:rPr sz="3400" b="1" dirty="0">
                <a:solidFill>
                  <a:srgbClr val="2E2A26"/>
                </a:solidFill>
                <a:latin typeface="DejaVu Serif"/>
              </a:rPr>
              <a:t>.</a:t>
            </a:r>
            <a:endParaRPr lang="en-US" sz="3400" b="1" dirty="0">
              <a:solidFill>
                <a:srgbClr val="2E2A26"/>
              </a:solidFill>
              <a:latin typeface="DejaVu Serif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3400" b="1" dirty="0">
              <a:solidFill>
                <a:srgbClr val="2E2A26"/>
              </a:solidFill>
              <a:latin typeface="DejaVu Serif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Data sources: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3400" b="1" dirty="0">
              <a:solidFill>
                <a:srgbClr val="2E2A26"/>
              </a:solidFill>
              <a:latin typeface="DejaVu Serif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841482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302436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042650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USDA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35842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Food Access Research
Atlas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12164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Census-tract food-access gaps; low-income + low-access + no-vehicle measures.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841482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79" y="302436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79" y="3042650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FOODSHARE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435842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Connecticut
Foodshare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12164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45B"/>
                </a:solidFill>
                <a:latin typeface="Liberation Sans"/>
              </a:rPr>
              <a:t>CT's food bank: 480+ partner agencies, 100+ mobile pantry sites statewide.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0041" y="2841482"/>
            <a:ext cx="34290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0" y="302436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3042650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CTTRANSIT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435842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E2A26"/>
                </a:solidFill>
                <a:latin typeface="DejaVu Serif"/>
              </a:rPr>
              <a:t>CTtransit GTFS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121642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45B"/>
                </a:solidFill>
                <a:latin typeface="Liberation Sans"/>
              </a:rPr>
              <a:t>Public transit schedules + stops — the raw feed for bus-reachability 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9386"/>
            <a:ext cx="31089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Liberation Sans"/>
              </a:rPr>
              <a:t>DATA PIPELINE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1644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AI where it matters: </a:t>
            </a:r>
          </a:p>
          <a:p>
            <a:pPr>
              <a:spcAft>
                <a:spcPts val="200"/>
              </a:spcAft>
            </a:pP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	Fresh data daily</a:t>
            </a:r>
            <a:endParaRPr sz="3400" b="1" dirty="0">
              <a:solidFill>
                <a:srgbClr val="2E2A26"/>
              </a:solidFill>
              <a:latin typeface="DejaVu Serif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96F4A"/>
                </a:solidFill>
                <a:latin typeface="Liberation Sans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CT Foodshare
211 CT
USDA SNAP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9631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7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2607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3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D9A441"/>
                </a:solidFill>
                <a:latin typeface="Liberation Sans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LLM reconciles messy
hours → clean schema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375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0351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0351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5F7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4067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5F7A52"/>
                </a:solidFill>
                <a:latin typeface="Liberation Sans"/>
              </a:rPr>
              <a:t>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7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Spatial index
30 Greater-Hartford sites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51191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8095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5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A8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1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A85A38"/>
                </a:solidFill>
                <a:latin typeface="Liberation Sans"/>
              </a:rPr>
              <a:t>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CTtransit GTFS
stop + schedule join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28632" y="3017520"/>
            <a:ext cx="356616" cy="0"/>
          </a:xfrm>
          <a:prstGeom prst="line">
            <a:avLst/>
          </a:prstGeom>
          <a:ln w="38100">
            <a:solidFill>
              <a:srgbClr val="A85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58399" y="2103120"/>
            <a:ext cx="1874519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D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399" y="2103120"/>
            <a:ext cx="1874519" cy="114300"/>
          </a:xfrm>
          <a:prstGeom prst="roundRect">
            <a:avLst>
              <a:gd name="adj" fmla="val 50000"/>
            </a:avLst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95559" y="2286000"/>
            <a:ext cx="1600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2A26"/>
                </a:solidFill>
                <a:latin typeface="Liberation Sans"/>
              </a:rPr>
              <a:t>SERVE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59" y="2788920"/>
            <a:ext cx="1600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E645B"/>
                </a:solidFill>
                <a:latin typeface="Liberation Sans"/>
              </a:rPr>
              <a:t>Query flow:
intent → rank →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480560"/>
            <a:ext cx="10515600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dirty="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450" b="1" dirty="0">
                <a:solidFill>
                  <a:srgbClr val="2E2A26"/>
                </a:solidFill>
                <a:latin typeface="Liberation Sans"/>
              </a:rPr>
              <a:t>Today (hackathon): </a:t>
            </a:r>
            <a:r>
              <a:rPr sz="1450" b="0" dirty="0">
                <a:solidFill>
                  <a:srgbClr val="2E2A26"/>
                </a:solidFill>
                <a:latin typeface="Liberation Sans"/>
              </a:rPr>
              <a:t>hand-curated dataset, ~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15</a:t>
            </a:r>
            <a:r>
              <a:rPr sz="1450" b="0" dirty="0">
                <a:solidFill>
                  <a:srgbClr val="2E2A26"/>
                </a:solidFill>
                <a:latin typeface="Liberation Sans"/>
              </a:rPr>
              <a:t> Greater Hartford sites</a:t>
            </a:r>
            <a:br>
              <a:rPr lang="en-US" sz="1450" b="0" dirty="0">
                <a:solidFill>
                  <a:srgbClr val="2E2A26"/>
                </a:solidFill>
                <a:latin typeface="Liberation Sans"/>
              </a:rPr>
            </a:br>
            <a:r>
              <a:rPr lang="en-US" sz="1450" b="0" dirty="0">
                <a:solidFill>
                  <a:srgbClr val="2E2A26"/>
                </a:solidFill>
                <a:latin typeface="Liberation Sans"/>
              </a:rPr>
              <a:t>    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E</a:t>
            </a:r>
            <a:r>
              <a:rPr sz="1450" b="0" dirty="0">
                <a:solidFill>
                  <a:srgbClr val="2E2A26"/>
                </a:solidFill>
                <a:latin typeface="Liberation Sans"/>
              </a:rPr>
              <a:t>very row has name, address, type, and phone or hours. Demo runs client-side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 and is deployed online already.</a:t>
            </a:r>
            <a:endParaRPr sz="1450" b="0" dirty="0">
              <a:solidFill>
                <a:srgbClr val="2E2A26"/>
              </a:solidFill>
              <a:latin typeface="Liberation Sans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50" dirty="0">
                <a:solidFill>
                  <a:srgbClr val="C96F4A"/>
                </a:solidFill>
                <a:latin typeface="Liberation Sans"/>
              </a:rPr>
              <a:t>•  </a:t>
            </a:r>
            <a:r>
              <a:rPr sz="1450" b="1" dirty="0">
                <a:solidFill>
                  <a:srgbClr val="2E2A26"/>
                </a:solidFill>
                <a:latin typeface="Liberation Sans"/>
              </a:rPr>
              <a:t>Next: 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Data scraped every 6 hours (recurring data scraping)</a:t>
            </a:r>
            <a:br>
              <a:rPr lang="en-US" sz="1450" dirty="0">
                <a:solidFill>
                  <a:srgbClr val="2E2A26"/>
                </a:solidFill>
                <a:latin typeface="Liberation Sans"/>
              </a:rPr>
            </a:br>
            <a:r>
              <a:rPr sz="1450" b="0" dirty="0">
                <a:solidFill>
                  <a:srgbClr val="2E2A26"/>
                </a:solidFill>
                <a:latin typeface="Liberation Sans"/>
              </a:rPr>
              <a:t> </a:t>
            </a:r>
            <a:r>
              <a:rPr lang="en-US" sz="1450" b="0" dirty="0">
                <a:solidFill>
                  <a:srgbClr val="2E2A26"/>
                </a:solidFill>
                <a:latin typeface="Liberation Sans"/>
              </a:rPr>
              <a:t>	    </a:t>
            </a:r>
            <a:r>
              <a:rPr sz="1450" b="0" dirty="0">
                <a:solidFill>
                  <a:srgbClr val="2E2A26"/>
                </a:solidFill>
                <a:latin typeface="Liberation Sans"/>
              </a:rPr>
              <a:t>211 CT / Foodshare partnership for live hours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 (more sources);</a:t>
            </a:r>
            <a:br>
              <a:rPr lang="en-US" sz="1450" b="0" dirty="0">
                <a:solidFill>
                  <a:srgbClr val="2E2A26"/>
                </a:solidFill>
                <a:latin typeface="Liberation Sans"/>
              </a:rPr>
            </a:br>
            <a:r>
              <a:rPr lang="en-US" sz="1450" b="0" dirty="0">
                <a:solidFill>
                  <a:srgbClr val="2E2A26"/>
                </a:solidFill>
                <a:latin typeface="Liberation Sans"/>
              </a:rPr>
              <a:t>              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V</a:t>
            </a:r>
            <a:r>
              <a:rPr sz="1450" b="0" dirty="0">
                <a:solidFill>
                  <a:srgbClr val="2E2A26"/>
                </a:solidFill>
                <a:latin typeface="Liberation Sans"/>
              </a:rPr>
              <a:t>olunteer-reported updates </a:t>
            </a:r>
            <a:r>
              <a:rPr lang="en-US" sz="1450" dirty="0">
                <a:solidFill>
                  <a:srgbClr val="2E2A26"/>
                </a:solidFill>
                <a:latin typeface="Liberation Sans"/>
              </a:rPr>
              <a:t>and suggestions for the scraping</a:t>
            </a:r>
            <a:endParaRPr sz="1450" b="0" dirty="0">
              <a:solidFill>
                <a:srgbClr val="2E2A26"/>
              </a:solidFill>
              <a:latin typeface="Liberatio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48640" y="29260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39386"/>
            <a:ext cx="310896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050" b="1" dirty="0">
                <a:solidFill>
                  <a:srgbClr val="FFFFFF"/>
                </a:solidFill>
                <a:latin typeface="Liberation Sans"/>
              </a:rPr>
              <a:t>LIVE DEMO with Avant</a:t>
            </a:r>
            <a:endParaRPr sz="1050" b="1" dirty="0">
              <a:solidFill>
                <a:srgbClr val="FFFFFF"/>
              </a:solidFill>
              <a:latin typeface="Liberation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3400" b="1" dirty="0" err="1">
                <a:solidFill>
                  <a:srgbClr val="2E2A26"/>
                </a:solidFill>
                <a:latin typeface="DejaVu Serif"/>
              </a:rPr>
              <a:t>Heartfood</a:t>
            </a:r>
            <a:r>
              <a:rPr lang="en-US" sz="3400" b="1" dirty="0">
                <a:solidFill>
                  <a:srgbClr val="2E2A26"/>
                </a:solidFill>
                <a:latin typeface="DejaVu Serif"/>
              </a:rPr>
              <a:t> prototype app</a:t>
            </a:r>
            <a:endParaRPr sz="3400" b="1" dirty="0">
              <a:solidFill>
                <a:srgbClr val="2E2A26"/>
              </a:solidFill>
              <a:latin typeface="DejaVu Serif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280160" cy="508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672084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7543800"/>
            <a:ext cx="7132320" cy="38100"/>
          </a:xfrm>
          <a:prstGeom prst="rect">
            <a:avLst/>
          </a:prstGeom>
          <a:solidFill>
            <a:srgbClr val="E2D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06840" y="3566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Bus 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526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Walk 3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636661"/>
            <a:ext cx="278892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FFFFFF"/>
                </a:solidFill>
                <a:latin typeface="Liberation Sans"/>
              </a:rPr>
              <a:t>TAP TOCALL  ·  (860) 728-3201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2353F19-6D9F-107B-E911-D6D8ADAD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4" b="5351"/>
          <a:stretch>
            <a:fillRect/>
          </a:stretch>
        </p:blipFill>
        <p:spPr>
          <a:xfrm>
            <a:off x="3733101" y="1280061"/>
            <a:ext cx="5147280" cy="446965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0FB8D79-81AA-8647-391F-D72881F66235}"/>
              </a:ext>
            </a:extLst>
          </p:cNvPr>
          <p:cNvSpPr txBox="1"/>
          <p:nvPr/>
        </p:nvSpPr>
        <p:spPr>
          <a:xfrm>
            <a:off x="3596641" y="5664420"/>
            <a:ext cx="6534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https://heartfood.vercel.app/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34015-F312-AD1A-CCE8-BE5C288C7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55" y="2316988"/>
            <a:ext cx="2905530" cy="20576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2FF95D2-0C9A-8886-4691-955D32E89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355" y="1144975"/>
            <a:ext cx="2905530" cy="205768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22D1E10-94CC-C3BF-594E-D65DAEDFD3D0}"/>
              </a:ext>
            </a:extLst>
          </p:cNvPr>
          <p:cNvSpPr txBox="1"/>
          <p:nvPr/>
        </p:nvSpPr>
        <p:spPr>
          <a:xfrm>
            <a:off x="385639" y="3586346"/>
            <a:ext cx="10515600" cy="288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6000" b="0" dirty="0">
                <a:solidFill>
                  <a:schemeClr val="bg1"/>
                </a:solidFill>
                <a:latin typeface="Liberation Sans"/>
              </a:rPr>
              <a:t>Thank You!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6000" dirty="0">
                <a:solidFill>
                  <a:schemeClr val="bg1"/>
                </a:solidFill>
                <a:latin typeface="Liberation Sans"/>
              </a:rPr>
              <a:t>Questions, comments, concerns?</a:t>
            </a:r>
            <a:r>
              <a:rPr lang="en-US" sz="6000" b="0" dirty="0">
                <a:solidFill>
                  <a:schemeClr val="bg1"/>
                </a:solidFill>
                <a:latin typeface="Liberation Sans"/>
              </a:rPr>
              <a:t> </a:t>
            </a:r>
            <a:endParaRPr sz="6000" b="0" dirty="0">
              <a:solidFill>
                <a:schemeClr val="bg1"/>
              </a:solidFill>
              <a:latin typeface="Liberatio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933</Words>
  <Application>Microsoft Office PowerPoint</Application>
  <PresentationFormat>Widescreen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DejaVu Serif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ripper</dc:creator>
  <cp:keywords/>
  <dc:description>generated using python-pptx</dc:description>
  <cp:lastModifiedBy>Avant M</cp:lastModifiedBy>
  <cp:revision>10</cp:revision>
  <dcterms:created xsi:type="dcterms:W3CDTF">2013-01-27T09:14:16Z</dcterms:created>
  <dcterms:modified xsi:type="dcterms:W3CDTF">2026-09-30T21:03:41Z</dcterms:modified>
  <cp:category/>
</cp:coreProperties>
</file>