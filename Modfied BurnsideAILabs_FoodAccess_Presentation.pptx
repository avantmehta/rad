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57" r:id="rId4"/>
    <p:sldId id="258" r:id="rId5"/>
    <p:sldId id="262" r:id="rId6"/>
    <p:sldId id="271" r:id="rId7"/>
    <p:sldId id="264" r:id="rId8"/>
    <p:sldId id="26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7EB20-CD3E-4B8A-AEE2-4E78597C48FA}" v="10" dt="2026-09-30T20:25:02.0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2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ripper" userId="8525803c88c76185" providerId="LiveId" clId="{312EDBE4-2AFB-4DF6-B4B5-923E6B84A91F}"/>
    <pc:docChg chg="undo custSel addSld delSld modSld">
      <pc:chgData name="david ripper" userId="8525803c88c76185" providerId="LiveId" clId="{312EDBE4-2AFB-4DF6-B4B5-923E6B84A91F}" dt="2026-09-30T20:28:52.852" v="1386" actId="1076"/>
      <pc:docMkLst>
        <pc:docMk/>
      </pc:docMkLst>
      <pc:sldChg chg="addSp delSp modSp mod">
        <pc:chgData name="david ripper" userId="8525803c88c76185" providerId="LiveId" clId="{312EDBE4-2AFB-4DF6-B4B5-923E6B84A91F}" dt="2026-09-30T20:07:30.568" v="916" actId="1076"/>
        <pc:sldMkLst>
          <pc:docMk/>
          <pc:sldMk cId="0" sldId="256"/>
        </pc:sldMkLst>
        <pc:spChg chg="mod">
          <ac:chgData name="david ripper" userId="8525803c88c76185" providerId="LiveId" clId="{312EDBE4-2AFB-4DF6-B4B5-923E6B84A91F}" dt="2026-09-30T19:40:12.721" v="44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17:59.200" v="52" actId="14100"/>
          <ac:spMkLst>
            <pc:docMk/>
            <pc:sldMk cId="0" sldId="256"/>
            <ac:spMk id="6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38:52.789" v="435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7:30.568" v="916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7:29.983" v="915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1:13.196" v="317" actId="20577"/>
          <ac:spMkLst>
            <pc:docMk/>
            <pc:sldMk cId="0" sldId="256"/>
            <ac:spMk id="10" creationId="{00000000-0000-0000-0000-000000000000}"/>
          </ac:spMkLst>
        </pc:spChg>
        <pc:picChg chg="add del mod">
          <ac:chgData name="david ripper" userId="8525803c88c76185" providerId="LiveId" clId="{312EDBE4-2AFB-4DF6-B4B5-923E6B84A91F}" dt="2026-09-30T19:38:55.869" v="436" actId="478"/>
          <ac:picMkLst>
            <pc:docMk/>
            <pc:sldMk cId="0" sldId="256"/>
            <ac:picMk id="17" creationId="{374190A8-B716-7918-0CF1-63CF2AB3865A}"/>
          </ac:picMkLst>
        </pc:picChg>
        <pc:picChg chg="add mod">
          <ac:chgData name="david ripper" userId="8525803c88c76185" providerId="LiveId" clId="{312EDBE4-2AFB-4DF6-B4B5-923E6B84A91F}" dt="2026-09-30T19:39:56.215" v="438" actId="1076"/>
          <ac:picMkLst>
            <pc:docMk/>
            <pc:sldMk cId="0" sldId="256"/>
            <ac:picMk id="19" creationId="{3C964A44-19CC-72BC-0F0A-C88DA75A2689}"/>
          </ac:picMkLst>
        </pc:picChg>
      </pc:sldChg>
      <pc:sldChg chg="addSp delSp modSp mod">
        <pc:chgData name="david ripper" userId="8525803c88c76185" providerId="LiveId" clId="{312EDBE4-2AFB-4DF6-B4B5-923E6B84A91F}" dt="2026-09-30T19:33:29.200" v="389" actId="1076"/>
        <pc:sldMkLst>
          <pc:docMk/>
          <pc:sldMk cId="0" sldId="257"/>
        </pc:sldMkLst>
        <pc:spChg chg="mod">
          <ac:chgData name="david ripper" userId="8525803c88c76185" providerId="LiveId" clId="{312EDBE4-2AFB-4DF6-B4B5-923E6B84A91F}" dt="2026-09-30T19:21:53.018" v="202" actId="1076"/>
          <ac:spMkLst>
            <pc:docMk/>
            <pc:sldMk cId="0" sldId="257"/>
            <ac:spMk id="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4:43.700" v="14" actId="478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17:21.661" v="50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52.209" v="10" actId="478"/>
          <ac:spMkLst>
            <pc:docMk/>
            <pc:sldMk cId="0" sldId="257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50.719" v="9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9.388" v="8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7.696" v="7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6.207" v="6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3.925" v="5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29.992" v="2" actId="478"/>
          <ac:spMkLst>
            <pc:docMk/>
            <pc:sldMk cId="0" sldId="257"/>
            <ac:spMk id="13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13:33.676" v="4" actId="478"/>
          <ac:spMkLst>
            <pc:docMk/>
            <pc:sldMk cId="0" sldId="257"/>
            <ac:spMk id="14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33:03.918" v="381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0:43.458" v="188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0:42.791" v="186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4:08.888" v="2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12.113" v="238" actId="1076"/>
          <ac:spMkLst>
            <pc:docMk/>
            <pc:sldMk cId="0" sldId="257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3:11.810" v="383" actId="478"/>
          <ac:spMkLst>
            <pc:docMk/>
            <pc:sldMk cId="0" sldId="257"/>
            <ac:spMk id="20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3:25.647" v="388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3:24.169" v="221" actId="20577"/>
          <ac:spMkLst>
            <pc:docMk/>
            <pc:sldMk cId="0" sldId="257"/>
            <ac:spMk id="23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25.157" v="239" actId="1076"/>
          <ac:spMkLst>
            <pc:docMk/>
            <pc:sldMk cId="0" sldId="257"/>
            <ac:spMk id="24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3:19.971" v="387" actId="478"/>
          <ac:spMkLst>
            <pc:docMk/>
            <pc:sldMk cId="0" sldId="257"/>
            <ac:spMk id="25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3:29.200" v="389" actId="1076"/>
          <ac:spMkLst>
            <pc:docMk/>
            <pc:sldMk cId="0" sldId="257"/>
            <ac:spMk id="26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33:17.837" v="386" actId="478"/>
          <ac:spMkLst>
            <pc:docMk/>
            <pc:sldMk cId="0" sldId="257"/>
            <ac:spMk id="28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30.164" v="240" actId="1076"/>
          <ac:spMkLst>
            <pc:docMk/>
            <pc:sldMk cId="0" sldId="257"/>
            <ac:spMk id="29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19:26:42.660" v="255" actId="20577"/>
          <ac:spMkLst>
            <pc:docMk/>
            <pc:sldMk cId="0" sldId="257"/>
            <ac:spMk id="31" creationId="{BC89D4F3-3E6E-EFB7-5C33-CFA2A24E83C2}"/>
          </ac:spMkLst>
        </pc:spChg>
      </pc:sldChg>
      <pc:sldChg chg="addSp delSp modSp mod">
        <pc:chgData name="david ripper" userId="8525803c88c76185" providerId="LiveId" clId="{312EDBE4-2AFB-4DF6-B4B5-923E6B84A91F}" dt="2026-09-30T20:22:51.347" v="1289" actId="1036"/>
        <pc:sldMkLst>
          <pc:docMk/>
          <pc:sldMk cId="0" sldId="258"/>
        </pc:sldMkLst>
        <pc:spChg chg="mod">
          <ac:chgData name="david ripper" userId="8525803c88c76185" providerId="LiveId" clId="{312EDBE4-2AFB-4DF6-B4B5-923E6B84A91F}" dt="2026-09-30T20:22:36.419" v="1263" actId="1076"/>
          <ac:spMkLst>
            <pc:docMk/>
            <pc:sldMk cId="0" sldId="258"/>
            <ac:spMk id="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6:51.106" v="257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6:48.589" v="256" actId="478"/>
          <ac:spMkLst>
            <pc:docMk/>
            <pc:sldMk cId="0" sldId="258"/>
            <ac:spMk id="4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31.239" v="1261" actId="20577"/>
          <ac:spMkLst>
            <pc:docMk/>
            <pc:sldMk cId="0" sldId="258"/>
            <ac:spMk id="5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27:04.106" v="260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2.774" v="419" actId="478"/>
          <ac:spMkLst>
            <pc:docMk/>
            <pc:sldMk cId="0" sldId="258"/>
            <ac:spMk id="7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4.744" v="420" actId="478"/>
          <ac:spMkLst>
            <pc:docMk/>
            <pc:sldMk cId="0" sldId="258"/>
            <ac:spMk id="13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6.573" v="421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3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17.873" v="695" actId="478"/>
          <ac:spMkLst>
            <pc:docMk/>
            <pc:sldMk cId="0" sldId="258"/>
            <ac:spMk id="25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14.314" v="694" actId="478"/>
          <ac:spMkLst>
            <pc:docMk/>
            <pc:sldMk cId="0" sldId="258"/>
            <ac:spMk id="2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2:19.933" v="696" actId="478"/>
          <ac:spMkLst>
            <pc:docMk/>
            <pc:sldMk cId="0" sldId="258"/>
            <ac:spMk id="27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27.542" v="698" actId="478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29" creationId="{B0FF455C-9BCF-936F-547D-65B6E5FE8020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30" creationId="{3581125A-DE50-92B7-111B-60BA7B68C788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31" creationId="{13D72CD4-D0B7-3D49-F2F8-11BA5E0F6545}"/>
          </ac:spMkLst>
        </pc:spChg>
      </pc:sldChg>
      <pc:sldChg chg="delSp modSp del mod">
        <pc:chgData name="david ripper" userId="8525803c88c76185" providerId="LiveId" clId="{312EDBE4-2AFB-4DF6-B4B5-923E6B84A91F}" dt="2026-09-30T20:14:35.164" v="1064" actId="2696"/>
        <pc:sldMkLst>
          <pc:docMk/>
          <pc:sldMk cId="0" sldId="259"/>
        </pc:sldMkLst>
        <pc:spChg chg="mod">
          <ac:chgData name="david ripper" userId="8525803c88c76185" providerId="LiveId" clId="{312EDBE4-2AFB-4DF6-B4B5-923E6B84A91F}" dt="2026-09-30T19:51:43.125" v="688" actId="1076"/>
          <ac:spMkLst>
            <pc:docMk/>
            <pc:sldMk cId="0" sldId="259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1:48.999" v="690" actId="478"/>
          <ac:spMkLst>
            <pc:docMk/>
            <pc:sldMk cId="0" sldId="259"/>
            <ac:spMk id="3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1:47.731" v="689" actId="478"/>
          <ac:spMkLst>
            <pc:docMk/>
            <pc:sldMk cId="0" sldId="259"/>
            <ac:spMk id="38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01.567" v="693" actId="478"/>
          <ac:spMkLst>
            <pc:docMk/>
            <pc:sldMk cId="0" sldId="259"/>
            <ac:spMk id="39" creationId="{00000000-0000-0000-0000-000000000000}"/>
          </ac:spMkLst>
        </pc:spChg>
      </pc:sldChg>
      <pc:sldChg chg="del">
        <pc:chgData name="david ripper" userId="8525803c88c76185" providerId="LiveId" clId="{312EDBE4-2AFB-4DF6-B4B5-923E6B84A91F}" dt="2026-09-30T19:59:56.187" v="798" actId="47"/>
        <pc:sldMkLst>
          <pc:docMk/>
          <pc:sldMk cId="0" sldId="260"/>
        </pc:sldMkLst>
      </pc:sldChg>
      <pc:sldChg chg="delSp del mod">
        <pc:chgData name="david ripper" userId="8525803c88c76185" providerId="LiveId" clId="{312EDBE4-2AFB-4DF6-B4B5-923E6B84A91F}" dt="2026-09-30T20:05:29.295" v="838" actId="47"/>
        <pc:sldMkLst>
          <pc:docMk/>
          <pc:sldMk cId="0" sldId="261"/>
        </pc:sldMkLst>
        <pc:spChg chg="del">
          <ac:chgData name="david ripper" userId="8525803c88c76185" providerId="LiveId" clId="{312EDBE4-2AFB-4DF6-B4B5-923E6B84A91F}" dt="2026-09-30T19:28:40.496" v="283" actId="478"/>
          <ac:spMkLst>
            <pc:docMk/>
            <pc:sldMk cId="0" sldId="261"/>
            <ac:spMk id="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8:39.450" v="282" actId="478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">
        <pc:chgData name="david ripper" userId="8525803c88c76185" providerId="LiveId" clId="{312EDBE4-2AFB-4DF6-B4B5-923E6B84A91F}" dt="2026-09-30T20:20:04.951" v="1175" actId="255"/>
        <pc:sldMkLst>
          <pc:docMk/>
          <pc:sldMk cId="0" sldId="262"/>
        </pc:sldMkLst>
        <pc:spChg chg="del mod">
          <ac:chgData name="david ripper" userId="8525803c88c76185" providerId="LiveId" clId="{312EDBE4-2AFB-4DF6-B4B5-923E6B84A91F}" dt="2026-09-30T20:02:53.246" v="804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18:07.496" v="1164" actId="20577"/>
          <ac:spMkLst>
            <pc:docMk/>
            <pc:sldMk cId="0" sldId="262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43.502" v="80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42.131" v="799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26.666" v="818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2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2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7.436" v="821" actId="478"/>
          <ac:spMkLst>
            <pc:docMk/>
            <pc:sldMk cId="0" sldId="262"/>
            <ac:spMk id="2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1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2.490" v="822" actId="478"/>
          <ac:spMkLst>
            <pc:docMk/>
            <pc:sldMk cId="0" sldId="262"/>
            <ac:spMk id="3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5.398" v="820" actId="478"/>
          <ac:spMkLst>
            <pc:docMk/>
            <pc:sldMk cId="0" sldId="262"/>
            <ac:spMk id="3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3.586" v="819" actId="478"/>
          <ac:spMkLst>
            <pc:docMk/>
            <pc:sldMk cId="0" sldId="262"/>
            <ac:spMk id="3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57.336" v="805" actId="478"/>
          <ac:spMkLst>
            <pc:docMk/>
            <pc:sldMk cId="0" sldId="262"/>
            <ac:spMk id="3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51.327" v="803" actId="478"/>
          <ac:spMkLst>
            <pc:docMk/>
            <pc:sldMk cId="0" sldId="262"/>
            <ac:spMk id="38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20:02:59.420" v="807" actId="478"/>
          <ac:spMkLst>
            <pc:docMk/>
            <pc:sldMk cId="0" sldId="262"/>
            <ac:spMk id="3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2.628" v="809" actId="478"/>
          <ac:spMkLst>
            <pc:docMk/>
            <pc:sldMk cId="0" sldId="262"/>
            <ac:spMk id="4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1.253" v="808" actId="478"/>
          <ac:spMkLst>
            <pc:docMk/>
            <pc:sldMk cId="0" sldId="262"/>
            <ac:spMk id="41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20:03:06.606" v="811" actId="478"/>
          <ac:spMkLst>
            <pc:docMk/>
            <pc:sldMk cId="0" sldId="262"/>
            <ac:spMk id="4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8.357" v="812" actId="478"/>
          <ac:spMkLst>
            <pc:docMk/>
            <pc:sldMk cId="0" sldId="262"/>
            <ac:spMk id="4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0.968" v="813" actId="478"/>
          <ac:spMkLst>
            <pc:docMk/>
            <pc:sldMk cId="0" sldId="262"/>
            <ac:spMk id="4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2.670" v="814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7.899" v="815" actId="478"/>
          <ac:spMkLst>
            <pc:docMk/>
            <pc:sldMk cId="0" sldId="262"/>
            <ac:spMk id="4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21.833" v="817" actId="478"/>
          <ac:spMkLst>
            <pc:docMk/>
            <pc:sldMk cId="0" sldId="262"/>
            <ac:spMk id="49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3:19.691" v="816" actId="6549"/>
          <ac:spMkLst>
            <pc:docMk/>
            <pc:sldMk cId="0" sldId="262"/>
            <ac:spMk id="50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20:20:04.951" v="1175" actId="255"/>
          <ac:spMkLst>
            <pc:docMk/>
            <pc:sldMk cId="0" sldId="262"/>
            <ac:spMk id="60" creationId="{50FB8D79-81AA-8647-391F-D72881F66235}"/>
          </ac:spMkLst>
        </pc:spChg>
        <pc:picChg chg="add del mod">
          <ac:chgData name="david ripper" userId="8525803c88c76185" providerId="LiveId" clId="{312EDBE4-2AFB-4DF6-B4B5-923E6B84A91F}" dt="2026-09-30T20:04:58.690" v="830" actId="478"/>
          <ac:picMkLst>
            <pc:docMk/>
            <pc:sldMk cId="0" sldId="262"/>
            <ac:picMk id="52" creationId="{FDFED395-A345-8CB4-F65A-7ACEB4F6AA81}"/>
          </ac:picMkLst>
        </pc:picChg>
        <pc:picChg chg="add del mod">
          <ac:chgData name="david ripper" userId="8525803c88c76185" providerId="LiveId" clId="{312EDBE4-2AFB-4DF6-B4B5-923E6B84A91F}" dt="2026-09-30T20:17:59.459" v="1149" actId="478"/>
          <ac:picMkLst>
            <pc:docMk/>
            <pc:sldMk cId="0" sldId="262"/>
            <ac:picMk id="54" creationId="{15574727-3B96-F150-A93E-A07E1B3E55AB}"/>
          </ac:picMkLst>
        </pc:picChg>
        <pc:picChg chg="add del mod">
          <ac:chgData name="david ripper" userId="8525803c88c76185" providerId="LiveId" clId="{312EDBE4-2AFB-4DF6-B4B5-923E6B84A91F}" dt="2026-09-30T20:17:56.064" v="1148" actId="478"/>
          <ac:picMkLst>
            <pc:docMk/>
            <pc:sldMk cId="0" sldId="262"/>
            <ac:picMk id="56" creationId="{168BC51D-1F54-63B6-A4C5-942DE4437E94}"/>
          </ac:picMkLst>
        </pc:picChg>
        <pc:picChg chg="add mod">
          <ac:chgData name="david ripper" userId="8525803c88c76185" providerId="LiveId" clId="{312EDBE4-2AFB-4DF6-B4B5-923E6B84A91F}" dt="2026-09-30T20:19:07.562" v="1167" actId="1076"/>
          <ac:picMkLst>
            <pc:docMk/>
            <pc:sldMk cId="0" sldId="262"/>
            <ac:picMk id="58" creationId="{12353F19-6D9F-107B-E911-D6D8ADAD4A76}"/>
          </ac:picMkLst>
        </pc:picChg>
      </pc:sldChg>
      <pc:sldChg chg="addSp delSp modSp del mod">
        <pc:chgData name="david ripper" userId="8525803c88c76185" providerId="LiveId" clId="{312EDBE4-2AFB-4DF6-B4B5-923E6B84A91F}" dt="2026-09-30T20:24:54.314" v="1290" actId="47"/>
        <pc:sldMkLst>
          <pc:docMk/>
          <pc:sldMk cId="0" sldId="263"/>
        </pc:sldMkLst>
        <pc:spChg chg="add del">
          <ac:chgData name="david ripper" userId="8525803c88c76185" providerId="LiveId" clId="{312EDBE4-2AFB-4DF6-B4B5-923E6B84A91F}" dt="2026-09-30T19:45:55.857" v="479" actId="478"/>
          <ac:spMkLst>
            <pc:docMk/>
            <pc:sldMk cId="0" sldId="263"/>
            <ac:spMk id="7" creationId="{00000000-0000-0000-0000-000000000000}"/>
          </ac:spMkLst>
        </pc:spChg>
        <pc:spChg chg="add del mod">
          <ac:chgData name="david ripper" userId="8525803c88c76185" providerId="LiveId" clId="{312EDBE4-2AFB-4DF6-B4B5-923E6B84A91F}" dt="2026-09-30T20:10:42.454" v="1003" actId="2057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11:06.655" v="1039" actId="20577"/>
          <ac:spMkLst>
            <pc:docMk/>
            <pc:sldMk cId="0" sldId="263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5:06.478" v="472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5:04.095" v="471" actId="478"/>
          <ac:spMkLst>
            <pc:docMk/>
            <pc:sldMk cId="0" sldId="263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45:26.975" v="47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45:26.606" v="476" actId="1076"/>
          <ac:spMkLst>
            <pc:docMk/>
            <pc:sldMk cId="0" sldId="263"/>
            <ac:spMk id="24" creationId="{00000000-0000-0000-0000-000000000000}"/>
          </ac:spMkLst>
        </pc:spChg>
        <pc:spChg chg="add del mod">
          <ac:chgData name="david ripper" userId="8525803c88c76185" providerId="LiveId" clId="{312EDBE4-2AFB-4DF6-B4B5-923E6B84A91F}" dt="2026-09-30T20:10:27.639" v="988" actId="20577"/>
          <ac:spMkLst>
            <pc:docMk/>
            <pc:sldMk cId="0" sldId="263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37.078" v="459" actId="478"/>
          <ac:spMkLst>
            <pc:docMk/>
            <pc:sldMk cId="0" sldId="263"/>
            <ac:spMk id="28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39.557" v="460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49.975" v="466" actId="478"/>
          <ac:spMkLst>
            <pc:docMk/>
            <pc:sldMk cId="0" sldId="263"/>
            <ac:spMk id="30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44:48.482" v="465" actId="478"/>
          <ac:spMkLst>
            <pc:docMk/>
            <pc:sldMk cId="0" sldId="263"/>
            <ac:spMk id="31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44:54.191" v="468" actId="478"/>
          <ac:spMkLst>
            <pc:docMk/>
            <pc:sldMk cId="0" sldId="263"/>
            <ac:spMk id="3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57.780" v="469" actId="478"/>
          <ac:spMkLst>
            <pc:docMk/>
            <pc:sldMk cId="0" sldId="263"/>
            <ac:spMk id="33" creationId="{00000000-0000-0000-0000-000000000000}"/>
          </ac:spMkLst>
        </pc:spChg>
        <pc:cxnChg chg="del">
          <ac:chgData name="david ripper" userId="8525803c88c76185" providerId="LiveId" clId="{312EDBE4-2AFB-4DF6-B4B5-923E6B84A91F}" dt="2026-09-30T19:44:59.771" v="470" actId="478"/>
          <ac:cxnSpMkLst>
            <pc:docMk/>
            <pc:sldMk cId="0" sldId="263"/>
            <ac:cxnSpMk id="27" creationId="{00000000-0000-0000-0000-000000000000}"/>
          </ac:cxnSpMkLst>
        </pc:cxnChg>
      </pc:sldChg>
      <pc:sldChg chg="delSp modSp mod">
        <pc:chgData name="david ripper" userId="8525803c88c76185" providerId="LiveId" clId="{312EDBE4-2AFB-4DF6-B4B5-923E6B84A91F}" dt="2026-09-30T20:26:09.739" v="1347" actId="20577"/>
        <pc:sldMkLst>
          <pc:docMk/>
          <pc:sldMk cId="0" sldId="264"/>
        </pc:sldMkLst>
        <pc:spChg chg="mod">
          <ac:chgData name="david ripper" userId="8525803c88c76185" providerId="LiveId" clId="{312EDBE4-2AFB-4DF6-B4B5-923E6B84A91F}" dt="2026-09-30T20:25:52.124" v="1342" actId="20577"/>
          <ac:spMkLst>
            <pc:docMk/>
            <pc:sldMk cId="0" sldId="264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6:01.936" v="1343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31.690" v="288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39.193" v="289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2.232" v="290" actId="478"/>
          <ac:spMkLst>
            <pc:docMk/>
            <pc:sldMk cId="0" sldId="264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5.148" v="291" actId="478"/>
          <ac:spMkLst>
            <pc:docMk/>
            <pc:sldMk cId="0" sldId="264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7.482" v="292" actId="478"/>
          <ac:spMkLst>
            <pc:docMk/>
            <pc:sldMk cId="0" sldId="264"/>
            <ac:spMk id="3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6:09.739" v="1347" actId="20577"/>
          <ac:spMkLst>
            <pc:docMk/>
            <pc:sldMk cId="0" sldId="264"/>
            <ac:spMk id="36" creationId="{00000000-0000-0000-0000-000000000000}"/>
          </ac:spMkLst>
        </pc:spChg>
      </pc:sldChg>
      <pc:sldChg chg="modSp del mod">
        <pc:chgData name="david ripper" userId="8525803c88c76185" providerId="LiveId" clId="{312EDBE4-2AFB-4DF6-B4B5-923E6B84A91F}" dt="2026-09-30T20:26:51.963" v="1348" actId="47"/>
        <pc:sldMkLst>
          <pc:docMk/>
          <pc:sldMk cId="0" sldId="265"/>
        </pc:sldMkLst>
        <pc:spChg chg="mod">
          <ac:chgData name="david ripper" userId="8525803c88c76185" providerId="LiveId" clId="{312EDBE4-2AFB-4DF6-B4B5-923E6B84A91F}" dt="2026-09-30T20:16:34.869" v="1144" actId="20577"/>
          <ac:spMkLst>
            <pc:docMk/>
            <pc:sldMk cId="0" sldId="265"/>
            <ac:spMk id="29" creationId="{00000000-0000-0000-0000-000000000000}"/>
          </ac:spMkLst>
        </pc:spChg>
      </pc:sldChg>
      <pc:sldChg chg="delSp del mod">
        <pc:chgData name="david ripper" userId="8525803c88c76185" providerId="LiveId" clId="{312EDBE4-2AFB-4DF6-B4B5-923E6B84A91F}" dt="2026-09-30T19:30:14.964" v="296" actId="47"/>
        <pc:sldMkLst>
          <pc:docMk/>
          <pc:sldMk cId="0" sldId="266"/>
        </pc:sldMkLst>
        <pc:spChg chg="del">
          <ac:chgData name="david ripper" userId="8525803c88c76185" providerId="LiveId" clId="{312EDBE4-2AFB-4DF6-B4B5-923E6B84A91F}" dt="2026-09-30T19:29:57.170" v="293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59.938" v="294" actId="478"/>
          <ac:spMkLst>
            <pc:docMk/>
            <pc:sldMk cId="0" sldId="266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0:08.141" v="295" actId="478"/>
          <ac:spMkLst>
            <pc:docMk/>
            <pc:sldMk cId="0" sldId="266"/>
            <ac:spMk id="15" creationId="{00000000-0000-0000-0000-000000000000}"/>
          </ac:spMkLst>
        </pc:spChg>
      </pc:sldChg>
      <pc:sldChg chg="addSp delSp modSp mod">
        <pc:chgData name="david ripper" userId="8525803c88c76185" providerId="LiveId" clId="{312EDBE4-2AFB-4DF6-B4B5-923E6B84A91F}" dt="2026-09-30T20:28:52.852" v="1386" actId="1076"/>
        <pc:sldMkLst>
          <pc:docMk/>
          <pc:sldMk cId="0" sldId="268"/>
        </pc:sldMkLst>
        <pc:spChg chg="del mod">
          <ac:chgData name="david ripper" userId="8525803c88c76185" providerId="LiveId" clId="{312EDBE4-2AFB-4DF6-B4B5-923E6B84A91F}" dt="2026-09-30T20:27:23.055" v="1364"/>
          <ac:spMkLst>
            <pc:docMk/>
            <pc:sldMk cId="0" sldId="268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42.116" v="1367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20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20:28:52.852" v="1386" actId="1076"/>
          <ac:spMkLst>
            <pc:docMk/>
            <pc:sldMk cId="0" sldId="268"/>
            <ac:spMk id="24" creationId="{522D1E10-94CC-C3BF-594E-D65DAEDFD3D0}"/>
          </ac:spMkLst>
        </pc:spChg>
        <pc:picChg chg="add mod">
          <ac:chgData name="david ripper" userId="8525803c88c76185" providerId="LiveId" clId="{312EDBE4-2AFB-4DF6-B4B5-923E6B84A91F}" dt="2026-09-30T20:28:30.659" v="1382" actId="1076"/>
          <ac:picMkLst>
            <pc:docMk/>
            <pc:sldMk cId="0" sldId="268"/>
            <ac:picMk id="22" creationId="{52FF95D2-0C9A-8886-4691-955D32E890E1}"/>
          </ac:picMkLst>
        </pc:picChg>
      </pc:sldChg>
      <pc:sldChg chg="del">
        <pc:chgData name="david ripper" userId="8525803c88c76185" providerId="LiveId" clId="{312EDBE4-2AFB-4DF6-B4B5-923E6B84A91F}" dt="2026-09-30T20:15:41.859" v="1065" actId="2696"/>
        <pc:sldMkLst>
          <pc:docMk/>
          <pc:sldMk cId="0" sldId="269"/>
        </pc:sldMkLst>
      </pc:sldChg>
      <pc:sldChg chg="delSp modSp del mod">
        <pc:chgData name="david ripper" userId="8525803c88c76185" providerId="LiveId" clId="{312EDBE4-2AFB-4DF6-B4B5-923E6B84A91F}" dt="2026-09-30T19:29:23.839" v="287" actId="47"/>
        <pc:sldMkLst>
          <pc:docMk/>
          <pc:sldMk cId="0" sldId="270"/>
        </pc:sldMkLst>
        <pc:spChg chg="del mod">
          <ac:chgData name="david ripper" userId="8525803c88c76185" providerId="LiveId" clId="{312EDBE4-2AFB-4DF6-B4B5-923E6B84A91F}" dt="2026-09-30T19:29:00.306" v="285" actId="478"/>
          <ac:spMkLst>
            <pc:docMk/>
            <pc:sldMk cId="0" sldId="270"/>
            <ac:spMk id="10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9:16.236" v="286" actId="20577"/>
          <ac:spMkLst>
            <pc:docMk/>
            <pc:sldMk cId="0" sldId="270"/>
            <ac:spMk id="12" creationId="{00000000-0000-0000-0000-000000000000}"/>
          </ac:spMkLst>
        </pc:spChg>
      </pc:sldChg>
      <pc:sldChg chg="addSp delSp modSp add mod">
        <pc:chgData name="david ripper" userId="8525803c88c76185" providerId="LiveId" clId="{312EDBE4-2AFB-4DF6-B4B5-923E6B84A91F}" dt="2026-09-30T20:21:36.414" v="1242" actId="20577"/>
        <pc:sldMkLst>
          <pc:docMk/>
          <pc:sldMk cId="2238129514" sldId="270"/>
        </pc:sldMkLst>
        <pc:spChg chg="mod">
          <ac:chgData name="david ripper" userId="8525803c88c76185" providerId="LiveId" clId="{312EDBE4-2AFB-4DF6-B4B5-923E6B84A91F}" dt="2026-09-30T19:48:43.795" v="489" actId="1076"/>
          <ac:spMkLst>
            <pc:docMk/>
            <pc:sldMk cId="2238129514" sldId="270"/>
            <ac:spMk id="2" creationId="{56AD8DF2-9A9E-2306-0CA6-9024656DC654}"/>
          </ac:spMkLst>
        </pc:spChg>
        <pc:spChg chg="del mod">
          <ac:chgData name="david ripper" userId="8525803c88c76185" providerId="LiveId" clId="{312EDBE4-2AFB-4DF6-B4B5-923E6B84A91F}" dt="2026-09-30T19:41:25.609" v="449" actId="478"/>
          <ac:spMkLst>
            <pc:docMk/>
            <pc:sldMk cId="2238129514" sldId="270"/>
            <ac:spMk id="8" creationId="{E254BCEC-D1C1-6E6E-DD7C-F32E0BD2F7BA}"/>
          </ac:spMkLst>
        </pc:spChg>
        <pc:spChg chg="del mod">
          <ac:chgData name="david ripper" userId="8525803c88c76185" providerId="LiveId" clId="{312EDBE4-2AFB-4DF6-B4B5-923E6B84A91F}" dt="2026-09-30T19:41:25.613" v="451"/>
          <ac:spMkLst>
            <pc:docMk/>
            <pc:sldMk cId="2238129514" sldId="270"/>
            <ac:spMk id="9" creationId="{C95F0FCD-AEA3-F514-93FE-12E2E08B1343}"/>
          </ac:spMkLst>
        </pc:spChg>
        <pc:spChg chg="mod">
          <ac:chgData name="david ripper" userId="8525803c88c76185" providerId="LiveId" clId="{312EDBE4-2AFB-4DF6-B4B5-923E6B84A91F}" dt="2026-09-30T19:42:18.113" v="456" actId="1076"/>
          <ac:spMkLst>
            <pc:docMk/>
            <pc:sldMk cId="2238129514" sldId="270"/>
            <ac:spMk id="10" creationId="{CF70F1E3-E0C1-331B-6FFC-9F15FDB7697D}"/>
          </ac:spMkLst>
        </pc:spChg>
        <pc:spChg chg="add del mod">
          <ac:chgData name="david ripper" userId="8525803c88c76185" providerId="LiveId" clId="{312EDBE4-2AFB-4DF6-B4B5-923E6B84A91F}" dt="2026-09-30T19:44:32.244" v="458"/>
          <ac:spMkLst>
            <pc:docMk/>
            <pc:sldMk cId="2238129514" sldId="270"/>
            <ac:spMk id="11" creationId="{6A669EA0-C428-4B27-67F3-C19F51FB502B}"/>
          </ac:spMkLst>
        </pc:spChg>
        <pc:spChg chg="add mod">
          <ac:chgData name="david ripper" userId="8525803c88c76185" providerId="LiveId" clId="{312EDBE4-2AFB-4DF6-B4B5-923E6B84A91F}" dt="2026-09-30T20:21:36.414" v="1242" actId="20577"/>
          <ac:spMkLst>
            <pc:docMk/>
            <pc:sldMk cId="2238129514" sldId="270"/>
            <ac:spMk id="13" creationId="{994BACBE-26C0-092F-63C8-371DEE5CB669}"/>
          </ac:spMkLst>
        </pc:spChg>
      </pc:sldChg>
      <pc:sldChg chg="addSp delSp add mod">
        <pc:chgData name="david ripper" userId="8525803c88c76185" providerId="LiveId" clId="{312EDBE4-2AFB-4DF6-B4B5-923E6B84A91F}" dt="2026-09-30T20:17:52.777" v="1147" actId="478"/>
        <pc:sldMkLst>
          <pc:docMk/>
          <pc:sldMk cId="2820248048" sldId="271"/>
        </pc:sldMkLst>
        <pc:picChg chg="add del">
          <ac:chgData name="david ripper" userId="8525803c88c76185" providerId="LiveId" clId="{312EDBE4-2AFB-4DF6-B4B5-923E6B84A91F}" dt="2026-09-30T20:17:52.777" v="1147" actId="478"/>
          <ac:picMkLst>
            <pc:docMk/>
            <pc:sldMk cId="2820248048" sldId="271"/>
            <ac:picMk id="56" creationId="{44A29CE7-84D0-8685-85EA-DC5CCD0BFDA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96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We're Burnside AI Labs — David Ripper, Avidant Allen, Rohan Vibhuti. Fresh Route: ask naturally, get there reliably. A conversational finder matching Hartford residents to food they can realistically reach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B8764-21BA-1D73-0F05-AE113BF9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21A2EE-7195-C2CD-DF76-2AD578F5FB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509B-89F7-6FCC-E184-0D49BF736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We're Burnside AI Labs — David Ripper, Avidant Allen, Rohan Vibhuti. Fresh Route: ask naturally, get there reliably. A conversational finder matching Hartford residents to food they can realistically reach today.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3C7E0-C94D-20D4-AD92-68C5944F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7649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[40s] Meet Maria — 34, two kids, no car, 2nd shift in Hartford. It’s 3 PM; she needs food today. 13.7% of U.S. households were food insecure in 2024, a ten-year high (USDA ERS, Dec 2025). In CT, 1 in 7 residents — 516,000+ — face hunger (Connecticut Foodshare, 2025). And 14.5% of U.S. households are low-income, 1/2+ mile from a supermarket, with no vehicle (USDA Atlas, 2019). Her gap isn’t information — it’s reachability.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[35s] Three sources. USDA's Food Access Research Atlas maps low-access tracts. Connecticut Foodshare — 480+ partners — publishes pantry and mobile-site schedules. CTtransit's public GTFS feed gives real bus routing. The insight: hours are the number-one failure point. Directories list places, not whether they're open when you can get there. Mobile Foodshare sites run 30-to-45-minute windows every other week. Our stale-directory figure is a team field estimate — placeholder until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[25s] One tap: the actual way there. Walk 3 minutes to the Park Street stop, ride the CTtransit 33 eight minutes to Parkville, walk 3 more — 14 minutes total, with tap-to-call. Distances are illustrative mockups; routing uses real CTtransit GTFS and OpenStreetMap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88A8A-44CB-12EB-C89C-78547F31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F2CED2-BC32-1CA4-CDC0-BED5C3B453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6E106F-1545-1B25-7D73-6C778A2072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[25s] One tap: the actual way there. Walk 3 minutes to the Park Street stop, ride the CTtransit 33 eight minutes to Parkville, walk 3 more — 14 minutes total, with tap-to-call. Distances are illustrative mockups; routing uses real CTtransit GTFS and OpenStreetMap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BAE98-6765-9045-93AD-E77DAADFC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2522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[15s] Foodshare, 211 CT, and the USDA SNAP retailer CSV feed normalization, where the LLM reconciles messy hours into our schema. Sites go into a spatial index joined with CTtransit GTFS. Today that’s a hand-curated 30-site dataset running client-side — nothing that can fail on stage. Next: an hourly refresh job and a 211/Foodshare partnership for live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Fresh Route, by Burnside AI Labs — David Ripper on research, story, and QA; Avidant Allen on data and scoring; Rohan Vibhuti on build and demo. Demo and repo links are being shared live.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ehta.avant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rohanvibhuti6@gmail.com" TargetMode="External"/><Relationship Id="rId4" Type="http://schemas.openxmlformats.org/officeDocument/2006/relationships/hyperlink" Target="mailto:DavidARipper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mehta.avant@gmail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rohanvibhuti6@gmail.com" TargetMode="External"/><Relationship Id="rId4" Type="http://schemas.openxmlformats.org/officeDocument/2006/relationships/hyperlink" Target="mailto:DavidARipper@gmail.com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88242" y="57386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5029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58842"/>
            <a:ext cx="329184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HACK FOR HUMANITY  ·  CHALLENGE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9546" y="2646851"/>
            <a:ext cx="7216299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000" b="0" dirty="0">
                <a:solidFill>
                  <a:srgbClr val="A85A38"/>
                </a:solidFill>
                <a:latin typeface="DejaVu Serif"/>
              </a:rPr>
              <a:t>Ask naturally. Get there reliably.</a:t>
            </a:r>
            <a:endParaRPr sz="3000" b="0" dirty="0">
              <a:solidFill>
                <a:srgbClr val="A85A38"/>
              </a:solidFill>
              <a:latin typeface="DejaVu Serif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19952" y="3563929"/>
            <a:ext cx="10515600" cy="13388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A quick select interface with chat box for natural language input 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for Greater Hartford: </a:t>
            </a:r>
            <a:endParaRPr lang="en-US" sz="1900" b="0" dirty="0">
              <a:solidFill>
                <a:srgbClr val="6E645B"/>
              </a:solidFill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	</a:t>
            </a:r>
            <a:r>
              <a:rPr lang="en-US" sz="1900" dirty="0">
                <a:solidFill>
                  <a:srgbClr val="6E645B"/>
                </a:solidFill>
                <a:latin typeface="Liberation Sans"/>
              </a:rPr>
              <a:t>P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antry, 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M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obile market, or SNAP grocer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lang="en-US" sz="1900" dirty="0">
              <a:solidFill>
                <a:srgbClr val="6E645B"/>
              </a:solidFill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dirty="0">
                <a:solidFill>
                  <a:srgbClr val="6E645B"/>
                </a:solidFill>
                <a:latin typeface="Liberation Sans"/>
              </a:rPr>
              <a:t>	Returns 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distance and 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today's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927" y="5181520"/>
            <a:ext cx="2180942" cy="1066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Av</a:t>
            </a: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ant Mehta</a:t>
            </a:r>
          </a:p>
          <a:p>
            <a:pPr>
              <a:spcAft>
                <a:spcPts val="200"/>
              </a:spcAft>
            </a:pP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David Ripper </a:t>
            </a:r>
          </a:p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Rohan Vibhuti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78E196-BE5F-7FED-0FC0-69E174601299}"/>
              </a:ext>
            </a:extLst>
          </p:cNvPr>
          <p:cNvSpPr txBox="1"/>
          <p:nvPr/>
        </p:nvSpPr>
        <p:spPr>
          <a:xfrm>
            <a:off x="3159546" y="5196913"/>
            <a:ext cx="3876797" cy="13362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mehta.avant@gmail.com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DavidARipper@gmail.com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rohanvibhuti6@gmail.com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2000" b="1" dirty="0">
              <a:solidFill>
                <a:srgbClr val="FFFFFF"/>
              </a:solidFill>
              <a:latin typeface="Liberation Sa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C964A44-19CC-72BC-0F0A-C88DA75A26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841" y="559028"/>
            <a:ext cx="2905530" cy="20576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8E98B-147B-ADDF-AAE5-BE26E85D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AD8DF2-9A9E-2306-0CA6-9024656DC654}"/>
              </a:ext>
            </a:extLst>
          </p:cNvPr>
          <p:cNvSpPr/>
          <p:nvPr/>
        </p:nvSpPr>
        <p:spPr>
          <a:xfrm>
            <a:off x="-60309" y="-16635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37F9EB-AB5B-13C2-0781-047FAA335023}"/>
              </a:ext>
            </a:extLst>
          </p:cNvPr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3ECC58-8459-42A9-D041-FC4760B68BB5}"/>
              </a:ext>
            </a:extLst>
          </p:cNvPr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7993208-D63D-34BC-65A6-902E37F5776E}"/>
              </a:ext>
            </a:extLst>
          </p:cNvPr>
          <p:cNvSpPr/>
          <p:nvPr/>
        </p:nvSpPr>
        <p:spPr>
          <a:xfrm>
            <a:off x="640080" y="5029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02C148-E8F2-8417-6B6B-0C477F69350E}"/>
              </a:ext>
            </a:extLst>
          </p:cNvPr>
          <p:cNvSpPr txBox="1"/>
          <p:nvPr/>
        </p:nvSpPr>
        <p:spPr>
          <a:xfrm>
            <a:off x="640080" y="558842"/>
            <a:ext cx="329184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HACK FOR HUMANITY  ·  CHALLENGE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0F1E3-E0C1-331B-6FFC-9F15FDB7697D}"/>
              </a:ext>
            </a:extLst>
          </p:cNvPr>
          <p:cNvSpPr txBox="1"/>
          <p:nvPr/>
        </p:nvSpPr>
        <p:spPr>
          <a:xfrm>
            <a:off x="740927" y="5181520"/>
            <a:ext cx="2180942" cy="1066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Av</a:t>
            </a: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ant Mehta</a:t>
            </a:r>
          </a:p>
          <a:p>
            <a:pPr>
              <a:spcAft>
                <a:spcPts val="200"/>
              </a:spcAft>
            </a:pP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David Ripper </a:t>
            </a:r>
          </a:p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Rohan Vibhuti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A2080-FF24-9023-0CFE-2C6236B17B12}"/>
              </a:ext>
            </a:extLst>
          </p:cNvPr>
          <p:cNvSpPr txBox="1"/>
          <p:nvPr/>
        </p:nvSpPr>
        <p:spPr>
          <a:xfrm>
            <a:off x="3159546" y="5196913"/>
            <a:ext cx="3876797" cy="13362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mehta.avant@gmail.com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DavidARipper@gmail.com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rohanvibhuti6@gmail.com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2000" b="1" dirty="0">
              <a:solidFill>
                <a:srgbClr val="FFFFFF"/>
              </a:solidFill>
              <a:latin typeface="Liberation Sa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7702010-4B7C-7F9B-BA79-91B37B086D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841" y="559028"/>
            <a:ext cx="2905530" cy="20576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BACBE-26C0-092F-63C8-371DEE5CB669}"/>
              </a:ext>
            </a:extLst>
          </p:cNvPr>
          <p:cNvSpPr txBox="1"/>
          <p:nvPr/>
        </p:nvSpPr>
        <p:spPr>
          <a:xfrm>
            <a:off x="740927" y="2667455"/>
            <a:ext cx="10515600" cy="2877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b="1" dirty="0"/>
              <a:t>Avant Mehta – UX Designer:</a:t>
            </a:r>
            <a:r>
              <a:rPr lang="en-US" dirty="0"/>
              <a:t> </a:t>
            </a:r>
          </a:p>
          <a:p>
            <a:r>
              <a:rPr lang="en-US" dirty="0"/>
              <a:t>	 Turned the concept into a working app: quick select input, map view, and directions. </a:t>
            </a:r>
          </a:p>
          <a:p>
            <a:endParaRPr lang="en-US" dirty="0"/>
          </a:p>
          <a:p>
            <a:r>
              <a:rPr lang="en-US" b="1" dirty="0"/>
              <a:t>David Ripper - Product Manager:</a:t>
            </a:r>
            <a:r>
              <a:rPr lang="en-US" dirty="0"/>
              <a:t> </a:t>
            </a:r>
          </a:p>
          <a:p>
            <a:r>
              <a:rPr lang="en-US" dirty="0"/>
              <a:t>	Researched the food-access gap, defined the user story</a:t>
            </a:r>
          </a:p>
          <a:p>
            <a:endParaRPr lang="en-US" dirty="0"/>
          </a:p>
          <a:p>
            <a:r>
              <a:rPr lang="en-US" b="1" dirty="0"/>
              <a:t>Rohan Vibhuti	 - Backend Engineer: </a:t>
            </a:r>
          </a:p>
          <a:p>
            <a:r>
              <a:rPr lang="en-US" dirty="0"/>
              <a:t>	Curated the Hartford food-site dataset, backend dev</a:t>
            </a:r>
          </a:p>
          <a:p>
            <a:endParaRPr lang="en-US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900" b="0" dirty="0">
              <a:solidFill>
                <a:srgbClr val="6E645B"/>
              </a:solidFill>
              <a:latin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2238129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54864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4480560" y="1783080"/>
            <a:ext cx="7132320" cy="13716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60" y="1892807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A85A38"/>
                </a:solidFill>
                <a:latin typeface="DejaVu Serif"/>
              </a:rPr>
              <a:t>13.7%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586" y="2095536"/>
            <a:ext cx="48463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of U.S. households were food insecure in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9032" y="2535026"/>
            <a:ext cx="672084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dirty="0">
                <a:latin typeface="Liberation Sans"/>
              </a:rPr>
              <a:t>Source: USDA Economic Research Service</a:t>
            </a:r>
            <a:endParaRPr lang="en-US" sz="1400" dirty="0"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dirty="0">
                <a:latin typeface="Liberation Sans"/>
              </a:rPr>
              <a:t>Household Food Security in the United States in 2024 (Dec 2025)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229680"/>
            <a:ext cx="71323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4709160" y="3374136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5A38"/>
                </a:solidFill>
                <a:latin typeface="DejaVu Serif"/>
              </a:rPr>
              <a:t>1 in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405459"/>
            <a:ext cx="484632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Connecticut residents face hunge</a:t>
            </a:r>
            <a:r>
              <a:rPr lang="en-US" sz="1400" b="0" dirty="0">
                <a:solidFill>
                  <a:srgbClr val="2E2A26"/>
                </a:solidFill>
                <a:latin typeface="Liberation Sans"/>
              </a:rPr>
              <a:t>r daily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1 in 6 are children.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7631" y="4217243"/>
            <a:ext cx="6614809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latin typeface="Liberation Sans"/>
              </a:rPr>
              <a:t>Source: Connecticut Foodshare, via Hartford Foundation (2025)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4697681"/>
            <a:ext cx="71323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09160" y="4855464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5A38"/>
                </a:solidFill>
                <a:latin typeface="DejaVu Serif"/>
              </a:rPr>
              <a:t>14.5%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55464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E2A26"/>
                </a:solidFill>
                <a:latin typeface="Liberation Sans"/>
              </a:rPr>
              <a:t>of U.S. households: low-income, &gt;½ mile from a supermarket, no vehicle.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7631" y="5602752"/>
            <a:ext cx="48463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6E645B"/>
                </a:solidFill>
                <a:latin typeface="Liberation Sans"/>
              </a:rPr>
              <a:t>Source: USDA Food Access Research Atlas, 2019 update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89D4F3-3E6E-EFB7-5C33-CFA2A24E83C2}"/>
              </a:ext>
            </a:extLst>
          </p:cNvPr>
          <p:cNvSpPr txBox="1"/>
          <p:nvPr/>
        </p:nvSpPr>
        <p:spPr>
          <a:xfrm>
            <a:off x="548640" y="749808"/>
            <a:ext cx="1106424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Today’s reality for too many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22621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Store h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ours 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and travel time 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are the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 primary 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failure point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s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.</a:t>
            </a:r>
            <a:endParaRPr lang="en-US" sz="3400" b="1" dirty="0">
              <a:solidFill>
                <a:srgbClr val="2E2A26"/>
              </a:solidFill>
              <a:latin typeface="DejaVu Serif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lang="en-US" sz="3400" b="1" dirty="0">
              <a:solidFill>
                <a:srgbClr val="2E2A26"/>
              </a:solidFill>
              <a:latin typeface="DejaVu Serif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Data sources: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59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USDA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Food Access Research
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645B"/>
                </a:solidFill>
                <a:latin typeface="Liberation Sans"/>
              </a:rPr>
              <a:t>Census-tract food-access gaps; low-income + low-access + no-vehicle measures.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FOODSHARE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Connecticut
Foodshare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645B"/>
                </a:solidFill>
                <a:latin typeface="Liberation Sans"/>
              </a:rPr>
              <a:t>CT's food bank: 480+ partner agencies, 100+ mobile pantry sites statewide.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0041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0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CTTRANSIT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CTtransit GTFS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dirty="0">
                <a:solidFill>
                  <a:srgbClr val="6E645B"/>
                </a:solidFill>
                <a:latin typeface="Liberation Sans"/>
              </a:rPr>
              <a:t>Public transit schedules + stops — the raw feed for bus-reachability routing.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eration Sans"/>
              </a:rPr>
              <a:t>DEMO  ·  25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Our solution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672084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754380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06840" y="356616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Bus 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526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Walk 3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5636661"/>
            <a:ext cx="278892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dirty="0">
                <a:solidFill>
                  <a:srgbClr val="FFFFFF"/>
                </a:solidFill>
                <a:latin typeface="Liberation Sans"/>
              </a:rPr>
              <a:t>TAP TOCALL  ·  (860) 728-3201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12353F19-6D9F-107B-E911-D6D8ADAD4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137" y="582428"/>
            <a:ext cx="5283740" cy="528374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50FB8D79-81AA-8647-391F-D72881F66235}"/>
              </a:ext>
            </a:extLst>
          </p:cNvPr>
          <p:cNvSpPr txBox="1"/>
          <p:nvPr/>
        </p:nvSpPr>
        <p:spPr>
          <a:xfrm>
            <a:off x="5963056" y="5840183"/>
            <a:ext cx="65345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https://heartfood.vercel.app/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42AB6-30DF-E62F-7953-E61A9D4A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34B05DC-A086-66A0-E7E0-D8CB89082F62}"/>
              </a:ext>
            </a:extLst>
          </p:cNvPr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81462D-5956-F79E-07BD-5FDD2BFBA330}"/>
              </a:ext>
            </a:extLst>
          </p:cNvPr>
          <p:cNvSpPr txBox="1"/>
          <p:nvPr/>
        </p:nvSpPr>
        <p:spPr>
          <a:xfrm>
            <a:off x="548640" y="310896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eration Sans"/>
              </a:rPr>
              <a:t>DEMO  ·  25 SECONDS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718B9-AFA3-2624-EC44-5DDBD3665CBD}"/>
              </a:ext>
            </a:extLst>
          </p:cNvPr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2E2A26"/>
                </a:solidFill>
                <a:latin typeface="DejaVu Serif"/>
              </a:rPr>
              <a:t>One tap: the actual way there.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6CFF5E-5543-4C75-2271-26BC02021B30}"/>
              </a:ext>
            </a:extLst>
          </p:cNvPr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EA9BA-D2C2-7B4F-74D7-681BF463AD3A}"/>
              </a:ext>
            </a:extLst>
          </p:cNvPr>
          <p:cNvSpPr/>
          <p:nvPr/>
        </p:nvSpPr>
        <p:spPr>
          <a:xfrm>
            <a:off x="685800" y="672084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A5247AB-AC5A-BC0F-FA04-C30356E1A9EA}"/>
              </a:ext>
            </a:extLst>
          </p:cNvPr>
          <p:cNvSpPr/>
          <p:nvPr/>
        </p:nvSpPr>
        <p:spPr>
          <a:xfrm>
            <a:off x="685800" y="754380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CE0833-01C7-0DCB-2673-E757A63D1762}"/>
              </a:ext>
            </a:extLst>
          </p:cNvPr>
          <p:cNvSpPr txBox="1"/>
          <p:nvPr/>
        </p:nvSpPr>
        <p:spPr>
          <a:xfrm>
            <a:off x="9006840" y="356616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Bus 33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B815C3-B206-3267-BF5F-C30B01CC1142}"/>
              </a:ext>
            </a:extLst>
          </p:cNvPr>
          <p:cNvSpPr txBox="1"/>
          <p:nvPr/>
        </p:nvSpPr>
        <p:spPr>
          <a:xfrm>
            <a:off x="9006840" y="4526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Walk 3 min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97CB8A9-FBD0-F620-41FC-128476C555F4}"/>
              </a:ext>
            </a:extLst>
          </p:cNvPr>
          <p:cNvSpPr txBox="1"/>
          <p:nvPr/>
        </p:nvSpPr>
        <p:spPr>
          <a:xfrm>
            <a:off x="8595360" y="5636661"/>
            <a:ext cx="278892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dirty="0">
                <a:solidFill>
                  <a:srgbClr val="FFFFFF"/>
                </a:solidFill>
                <a:latin typeface="Liberation Sans"/>
              </a:rPr>
              <a:t>TAP TOCALL  ·  (860) 728-3201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9CC9553-B1FB-AB5C-F1FD-996735E9C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75" y="2263648"/>
            <a:ext cx="3324689" cy="581106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4A29CE7-84D0-8685-85EA-DC5CCD0BFD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819" y="1532455"/>
            <a:ext cx="7507454" cy="514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48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eration Sans"/>
              </a:rPr>
              <a:t>DATA PIPELINE  ·  15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11644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AI where it matters: </a:t>
            </a:r>
          </a:p>
          <a:p>
            <a:pPr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	Fresh data daily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96F4A"/>
                </a:solidFill>
                <a:latin typeface="Liberation Sans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CT Foodshare
211 CT
USDA SNAP 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9631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7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7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6323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D9A441"/>
                </a:solidFill>
                <a:latin typeface="Liberation Sans"/>
              </a:rP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LLM reconciles messy
hours → clean schema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30351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30351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7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F7A52"/>
                </a:solidFill>
                <a:latin typeface="Liberation Sans"/>
              </a:rPr>
              <a:t>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Spatial index
30 Greater-Hartford sites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51191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68095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68095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A85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1811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A85A38"/>
                </a:solidFill>
                <a:latin typeface="Liberation Sans"/>
              </a:rPr>
              <a:t>MERGE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CTtransit GTFS
stop + schedule join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2863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5839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05839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9555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2A26"/>
                </a:solidFill>
                <a:latin typeface="Liberation Sans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5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Query flow:
intent → rank → cards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86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50" dirty="0">
                <a:solidFill>
                  <a:srgbClr val="C96F4A"/>
                </a:solidFill>
                <a:latin typeface="Liberation Sans"/>
              </a:rPr>
              <a:t>•  </a:t>
            </a:r>
            <a:r>
              <a:rPr sz="1450" b="1" dirty="0">
                <a:solidFill>
                  <a:srgbClr val="2E2A26"/>
                </a:solidFill>
                <a:latin typeface="Liberation Sans"/>
              </a:rPr>
              <a:t>Today (hackathon): 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hand-curated dataset, ~</a:t>
            </a:r>
            <a:r>
              <a:rPr lang="en-US" sz="1450" dirty="0">
                <a:solidFill>
                  <a:srgbClr val="2E2A26"/>
                </a:solidFill>
                <a:latin typeface="Liberation Sans"/>
              </a:rPr>
              <a:t>15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 Greater Hartford sites — every row has name, address, type, and phone or hours. Demo runs client-side; nothing to fail at 5 PM.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50" dirty="0">
                <a:solidFill>
                  <a:srgbClr val="C96F4A"/>
                </a:solidFill>
                <a:latin typeface="Liberation Sans"/>
              </a:rPr>
              <a:t>•  </a:t>
            </a:r>
            <a:r>
              <a:rPr sz="1450" b="1" dirty="0">
                <a:solidFill>
                  <a:srgbClr val="2E2A26"/>
                </a:solidFill>
                <a:latin typeface="Liberation Sans"/>
              </a:rPr>
              <a:t>Next: 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hourly refresh job + 211 CT / Foodshare partnership for live hours; volunteer-reported updates as the freshness loop.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2FF95D2-0C9A-8886-4691-955D32E89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082" y="2173819"/>
            <a:ext cx="2905530" cy="205768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22D1E10-94CC-C3BF-594E-D65DAEDFD3D0}"/>
              </a:ext>
            </a:extLst>
          </p:cNvPr>
          <p:cNvSpPr txBox="1"/>
          <p:nvPr/>
        </p:nvSpPr>
        <p:spPr>
          <a:xfrm>
            <a:off x="763143" y="4847938"/>
            <a:ext cx="10515600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6000" b="0" dirty="0">
                <a:solidFill>
                  <a:schemeClr val="bg1"/>
                </a:solidFill>
                <a:latin typeface="Liberation Sans"/>
              </a:rPr>
              <a:t>Thank You </a:t>
            </a:r>
            <a:endParaRPr sz="6000" b="0" dirty="0">
              <a:solidFill>
                <a:schemeClr val="bg1"/>
              </a:solidFill>
              <a:latin typeface="Liberatio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996</Words>
  <Application>Microsoft Office PowerPoint</Application>
  <PresentationFormat>Widescreen</PresentationFormat>
  <Paragraphs>90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DejaVu Serif</vt:lpstr>
      <vt:lpstr>Liberation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ripper</dc:creator>
  <cp:keywords/>
  <dc:description>generated using python-pptx</dc:description>
  <cp:lastModifiedBy>david ripper</cp:lastModifiedBy>
  <cp:revision>2</cp:revision>
  <dcterms:created xsi:type="dcterms:W3CDTF">2013-01-27T09:14:16Z</dcterms:created>
  <dcterms:modified xsi:type="dcterms:W3CDTF">2026-09-30T20:29:01Z</dcterms:modified>
  <cp:category/>
</cp:coreProperties>
</file>